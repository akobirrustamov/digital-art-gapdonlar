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Globalization and Technologies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Understanding the Impact of Technology on Globalization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Globalization: Increased interconnectedness among countries.</a:t>
            </a:r>
          </a:p>
          <a:p>
            <a:r>
              <a:t>• Technology: Application of scientific knowledge for practical purposes.</a:t>
            </a:r>
          </a:p>
          <a:p>
            <a:r>
              <a:t>• Impact: Technology accelerates globalization through communication, trade, and culture.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Role of Technology in Globalization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Communication Advancements: Internet, social media, mobile phones.</a:t>
            </a:r>
          </a:p>
          <a:p>
            <a:r>
              <a:t>• Transportation Innovations: Airplanes, high-speed trains.</a:t>
            </a:r>
          </a:p>
          <a:p>
            <a:r>
              <a:t>• Digital Economy: E-commerce, cryptocurrencies, online banking.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Information and Communication Technologies (ICT)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Internet and Connectivity: Expands access to knowledge and business.</a:t>
            </a:r>
          </a:p>
          <a:p>
            <a:r>
              <a:t>• Social Media: Enhances global networking and activism.</a:t>
            </a:r>
          </a:p>
          <a:p>
            <a:r>
              <a:t>• Artificial Intelligence (AI): Automates industries and tasks.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Global Trade and Economic Growth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E-Commerce Growth: Amazon, Alibaba, Shopify.</a:t>
            </a:r>
          </a:p>
          <a:p>
            <a:r>
              <a:t>• Supply Chain Digitalization: AI, blockchain, automation.</a:t>
            </a:r>
          </a:p>
          <a:p>
            <a:r>
              <a:t>• Outsourcing &amp; Remote Work: Digital platforms creating global jobs.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Cultural Exchange through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Streaming Services: Netflix, YouTube, Spotify.</a:t>
            </a:r>
          </a:p>
          <a:p>
            <a:r>
              <a:t>• Online Education: MOOCs, Coursera, Khan Academy.</a:t>
            </a:r>
          </a:p>
          <a:p>
            <a:r>
              <a:t>• Social Media Influence: Spreading global trends and cultures.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of Globalization and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Digital Divide: Unequal access to technology.</a:t>
            </a:r>
          </a:p>
          <a:p>
            <a:r>
              <a:t>• Cybersecurity Risks: Data breaches, privacy issues.</a:t>
            </a:r>
          </a:p>
          <a:p>
            <a:r>
              <a:t>• Job Displacement: Automation replacing jobs.</a:t>
            </a:r>
          </a:p>
          <a:p>
            <a:r>
              <a:t>• Cultural Homogenization: Loss of local traditions.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of Globalization and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Emerging Technologies: 5G, IoT, quantum computing.</a:t>
            </a:r>
          </a:p>
          <a:p>
            <a:r>
              <a:t>• Sustainable Innovation: Green energy, smart cities.</a:t>
            </a:r>
          </a:p>
          <a:p>
            <a:r>
              <a:t>• Ethical AI &amp; Regulation: Ensuring responsible global tech development.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Globalization and technology are deeply interconnected.</a:t>
            </a:r>
          </a:p>
          <a:p>
            <a:r>
              <a:t>• They offer numerous benefits but also challenges.</a:t>
            </a:r>
          </a:p>
          <a:p>
            <a:r>
              <a:t>• The future depends on responsible innovation and global cooperation.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