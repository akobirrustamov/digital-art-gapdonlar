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8000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9B5E0-6151-5981-F04F-3F346AAF1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52145"/>
            <a:ext cx="9448800" cy="22763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(I </a:t>
            </a:r>
            <a:r>
              <a:rPr lang="en-US" dirty="0" err="1"/>
              <a:t>qism</a:t>
            </a:r>
            <a:r>
              <a:rPr lang="en-US" dirty="0"/>
              <a:t>)</a:t>
            </a:r>
            <a:br>
              <a:rPr lang="ru-RU" sz="54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C7F1C1-BB46-E60F-AF9A-4A3E7E0EA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4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81E59-455A-B0D9-3F41-C75F3B54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Reja: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35D278-1A8C-1FBA-836B-52DF5F7A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1.</a:t>
            </a:r>
            <a:r>
              <a:rPr lang="ru-RU" sz="2400" dirty="0" err="1"/>
              <a:t>Matnli</a:t>
            </a:r>
            <a:r>
              <a:rPr lang="ru-RU" sz="2400" dirty="0"/>
              <a:t> </a:t>
            </a:r>
            <a:r>
              <a:rPr lang="ru-RU" sz="2400" dirty="0" err="1"/>
              <a:t>fayllar</a:t>
            </a:r>
            <a:r>
              <a:rPr lang="ru-RU" sz="2400" dirty="0"/>
              <a:t> </a:t>
            </a:r>
            <a:r>
              <a:rPr lang="ru-RU" sz="2400" dirty="0" err="1"/>
              <a:t>haqida</a:t>
            </a:r>
            <a:r>
              <a:rPr lang="ru-RU" sz="2400" dirty="0"/>
              <a:t> </a:t>
            </a:r>
            <a:r>
              <a:rPr lang="ru-RU" sz="2400" dirty="0" err="1"/>
              <a:t>tushuncha</a:t>
            </a:r>
            <a:endParaRPr lang="en-US" sz="2400" dirty="0"/>
          </a:p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2.Fayllar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oqimlar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/>
              <a:t>3.</a:t>
            </a:r>
            <a:r>
              <a:rPr lang="ru-RU" sz="2000" dirty="0" err="1"/>
              <a:t>Fayllarga</a:t>
            </a:r>
            <a:r>
              <a:rPr lang="ru-RU" sz="2000" dirty="0"/>
              <a:t> </a:t>
            </a:r>
            <a:r>
              <a:rPr lang="ru-RU" sz="2000" dirty="0" err="1"/>
              <a:t>yozish</a:t>
            </a:r>
            <a:r>
              <a:rPr lang="ru-RU" sz="2000" dirty="0"/>
              <a:t> </a:t>
            </a:r>
            <a:r>
              <a:rPr lang="ru-RU" sz="2000" dirty="0" err="1"/>
              <a:t>va</a:t>
            </a:r>
            <a:r>
              <a:rPr lang="ru-RU" sz="2000" dirty="0"/>
              <a:t> </a:t>
            </a:r>
            <a:r>
              <a:rPr lang="ru-RU" sz="2000" dirty="0" err="1"/>
              <a:t>o‘qish</a:t>
            </a:r>
            <a:endParaRPr lang="en-US" sz="2000" dirty="0"/>
          </a:p>
          <a:p>
            <a:r>
              <a:rPr lang="en-US" sz="2000" dirty="0"/>
              <a:t>4.</a:t>
            </a:r>
            <a:r>
              <a:rPr lang="ru-RU" sz="2000" dirty="0"/>
              <a:t> </a:t>
            </a:r>
            <a:r>
              <a:rPr lang="ru-RU" sz="2000" dirty="0" err="1"/>
              <a:t>Fayllarni</a:t>
            </a:r>
            <a:r>
              <a:rPr lang="ru-RU" sz="2000" dirty="0"/>
              <a:t> </a:t>
            </a:r>
            <a:r>
              <a:rPr lang="ru-RU" sz="2000" dirty="0" err="1"/>
              <a:t>boshqarish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000" dirty="0"/>
          </a:p>
          <a:p>
            <a:endParaRPr lang="ru-RU" sz="1800" dirty="0"/>
          </a:p>
          <a:p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08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AACB7-12AE-2D9A-49A0-B649788C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tushuncha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64A11B-C058-4694-F0F8-17BD2F622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kompyuterda</a:t>
            </a:r>
            <a:r>
              <a:rPr lang="en-US" dirty="0"/>
              <a:t> </a:t>
            </a:r>
            <a:r>
              <a:rPr lang="en-US" dirty="0" err="1"/>
              <a:t>oddiy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ko‘rinishidagi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mo‘ljallangan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formatlarsiz</a:t>
            </a:r>
            <a:r>
              <a:rPr lang="en-US" dirty="0"/>
              <a:t>,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harflar</a:t>
            </a:r>
            <a:r>
              <a:rPr lang="en-US" dirty="0"/>
              <a:t>, </a:t>
            </a:r>
            <a:r>
              <a:rPr lang="en-US" dirty="0" err="1"/>
              <a:t>raqamlar</a:t>
            </a:r>
            <a:r>
              <a:rPr lang="en-US" dirty="0"/>
              <a:t>, </a:t>
            </a:r>
            <a:r>
              <a:rPr lang="en-US" dirty="0" err="1"/>
              <a:t>bo‘sh</a:t>
            </a:r>
            <a:r>
              <a:rPr lang="en-US" dirty="0"/>
              <a:t> </a:t>
            </a:r>
            <a:r>
              <a:rPr lang="en-US" dirty="0" err="1"/>
              <a:t>joylar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belgilar</a:t>
            </a:r>
            <a:r>
              <a:rPr lang="en-US" dirty="0"/>
              <a:t> </a:t>
            </a:r>
            <a:r>
              <a:rPr lang="en-US" dirty="0" err="1"/>
              <a:t>ketma-ketligidan</a:t>
            </a:r>
            <a:r>
              <a:rPr lang="en-US" dirty="0"/>
              <a:t> </a:t>
            </a:r>
            <a:r>
              <a:rPr lang="en-US" dirty="0" err="1"/>
              <a:t>iborat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.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b="1" dirty="0"/>
              <a:t>.txt</a:t>
            </a:r>
            <a:r>
              <a:rPr lang="en-US" dirty="0"/>
              <a:t> </a:t>
            </a:r>
            <a:r>
              <a:rPr lang="en-US" dirty="0" err="1"/>
              <a:t>kengaytmaga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ba’zan</a:t>
            </a:r>
            <a:r>
              <a:rPr lang="en-US" dirty="0"/>
              <a:t> </a:t>
            </a:r>
            <a:r>
              <a:rPr lang="en-US" b="1" dirty="0"/>
              <a:t>.csv</a:t>
            </a:r>
            <a:r>
              <a:rPr lang="en-US" dirty="0"/>
              <a:t>, </a:t>
            </a:r>
            <a:r>
              <a:rPr lang="en-US" b="1" dirty="0"/>
              <a:t>.log</a:t>
            </a:r>
            <a:r>
              <a:rPr lang="en-US" dirty="0"/>
              <a:t>, </a:t>
            </a:r>
            <a:r>
              <a:rPr lang="en-US" b="1" dirty="0"/>
              <a:t>.</a:t>
            </a:r>
            <a:r>
              <a:rPr lang="en-US" b="1" dirty="0" err="1"/>
              <a:t>ini</a:t>
            </a:r>
            <a:r>
              <a:rPr lang="en-US" dirty="0"/>
              <a:t>, </a:t>
            </a:r>
            <a:r>
              <a:rPr lang="en-US" b="1" dirty="0"/>
              <a:t>.</a:t>
            </a:r>
            <a:r>
              <a:rPr lang="en-US" b="1" dirty="0" err="1"/>
              <a:t>json</a:t>
            </a:r>
            <a:r>
              <a:rPr lang="en-US" dirty="0"/>
              <a:t> 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formatlar</a:t>
            </a:r>
            <a:r>
              <a:rPr lang="en-US" dirty="0"/>
              <a:t> ham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turiga</a:t>
            </a:r>
            <a:r>
              <a:rPr lang="en-US" dirty="0"/>
              <a:t> </a:t>
            </a:r>
            <a:r>
              <a:rPr lang="en-US" dirty="0" err="1"/>
              <a:t>kiradi</a:t>
            </a:r>
            <a:r>
              <a:rPr lang="en-US" dirty="0"/>
              <a:t>, </a:t>
            </a:r>
            <a:r>
              <a:rPr lang="en-US" dirty="0" err="1"/>
              <a:t>chunki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mazmuni</a:t>
            </a:r>
            <a:r>
              <a:rPr lang="en-US" dirty="0"/>
              <a:t> </a:t>
            </a:r>
            <a:r>
              <a:rPr lang="en-US" dirty="0" err="1"/>
              <a:t>oddiy</a:t>
            </a:r>
            <a:r>
              <a:rPr lang="en-US" dirty="0"/>
              <a:t> </a:t>
            </a:r>
            <a:r>
              <a:rPr lang="en-US" dirty="0" err="1"/>
              <a:t>matndan</a:t>
            </a:r>
            <a:r>
              <a:rPr lang="en-US" dirty="0"/>
              <a:t>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topgan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.</a:t>
            </a:r>
          </a:p>
          <a:p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afzalliklaridan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—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soddaligidir</a:t>
            </a:r>
            <a:r>
              <a:rPr lang="en-US" dirty="0"/>
              <a:t>. Bunday </a:t>
            </a:r>
            <a:r>
              <a:rPr lang="en-US" dirty="0" err="1"/>
              <a:t>fayllarni</a:t>
            </a:r>
            <a:r>
              <a:rPr lang="en-US" dirty="0"/>
              <a:t> </a:t>
            </a:r>
            <a:r>
              <a:rPr lang="en-US" dirty="0" err="1"/>
              <a:t>istalgan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muharriri</a:t>
            </a:r>
            <a:r>
              <a:rPr lang="en-US" dirty="0"/>
              <a:t>, </a:t>
            </a:r>
            <a:r>
              <a:rPr lang="en-US" dirty="0" err="1"/>
              <a:t>masalan</a:t>
            </a:r>
            <a:r>
              <a:rPr lang="en-US" dirty="0"/>
              <a:t>, Notepad, WordPad, VS Code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hatto</a:t>
            </a:r>
            <a:r>
              <a:rPr lang="en-US" dirty="0"/>
              <a:t> </a:t>
            </a:r>
            <a:r>
              <a:rPr lang="en-US" dirty="0" err="1"/>
              <a:t>telefonning</a:t>
            </a:r>
            <a:r>
              <a:rPr lang="en-US" dirty="0"/>
              <a:t> </a:t>
            </a:r>
            <a:r>
              <a:rPr lang="en-US" dirty="0" err="1"/>
              <a:t>oddiy</a:t>
            </a:r>
            <a:r>
              <a:rPr lang="en-US" dirty="0"/>
              <a:t> “Notes” </a:t>
            </a:r>
            <a:r>
              <a:rPr lang="en-US" dirty="0" err="1"/>
              <a:t>ilovasi</a:t>
            </a:r>
            <a:r>
              <a:rPr lang="en-US" dirty="0"/>
              <a:t>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ochish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strukturalanmagan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sodda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saqlashda</a:t>
            </a:r>
            <a:r>
              <a:rPr lang="en-US" dirty="0"/>
              <a:t> </a:t>
            </a:r>
            <a:r>
              <a:rPr lang="en-US" dirty="0" err="1"/>
              <a:t>ishlatiladi</a:t>
            </a:r>
            <a:r>
              <a:rPr lang="en-US" dirty="0"/>
              <a:t>, </a:t>
            </a:r>
            <a:r>
              <a:rPr lang="en-US" dirty="0" err="1"/>
              <a:t>masalan</a:t>
            </a:r>
            <a:r>
              <a:rPr lang="en-US" dirty="0"/>
              <a:t>, </a:t>
            </a:r>
            <a:r>
              <a:rPr lang="en-US" dirty="0" err="1"/>
              <a:t>eslatmalar</a:t>
            </a:r>
            <a:r>
              <a:rPr lang="en-US" dirty="0"/>
              <a:t>, </a:t>
            </a:r>
            <a:r>
              <a:rPr lang="en-US" dirty="0" err="1"/>
              <a:t>ro‘yxatlar</a:t>
            </a:r>
            <a:r>
              <a:rPr lang="en-US" dirty="0"/>
              <a:t>, </a:t>
            </a:r>
            <a:r>
              <a:rPr lang="en-US" dirty="0" err="1"/>
              <a:t>kichik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, </a:t>
            </a:r>
            <a:r>
              <a:rPr lang="en-US" dirty="0" err="1"/>
              <a:t>konfiguratsiya</a:t>
            </a:r>
            <a:r>
              <a:rPr lang="en-US" dirty="0"/>
              <a:t> </a:t>
            </a:r>
            <a:r>
              <a:rPr lang="en-US" dirty="0" err="1"/>
              <a:t>sozlamalari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yaratilgan</a:t>
            </a:r>
            <a:r>
              <a:rPr lang="en-US" dirty="0"/>
              <a:t> log </a:t>
            </a:r>
            <a:r>
              <a:rPr lang="en-US" dirty="0" err="1"/>
              <a:t>fayllari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372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46E2E-7BEF-35DF-680C-88C5838B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tushuncha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89E2EC-E8DD-7A60-5782-F4A57E38F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Dasturlashda</a:t>
            </a:r>
            <a:r>
              <a:rPr lang="en-US" dirty="0"/>
              <a:t>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muhimdir</a:t>
            </a:r>
            <a:r>
              <a:rPr lang="en-US" dirty="0"/>
              <a:t>. </a:t>
            </a:r>
            <a:r>
              <a:rPr lang="en-US" dirty="0" err="1"/>
              <a:t>Dasturchi</a:t>
            </a:r>
            <a:r>
              <a:rPr lang="en-US" dirty="0"/>
              <a:t>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o‘qishi</a:t>
            </a:r>
            <a:r>
              <a:rPr lang="en-US" dirty="0"/>
              <a:t>, </a:t>
            </a:r>
            <a:r>
              <a:rPr lang="en-US" dirty="0" err="1"/>
              <a:t>yozishi</a:t>
            </a:r>
            <a:r>
              <a:rPr lang="en-US" dirty="0"/>
              <a:t>, </a:t>
            </a:r>
            <a:r>
              <a:rPr lang="en-US" dirty="0" err="1"/>
              <a:t>o‘zgartirishi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tahlil</a:t>
            </a:r>
            <a:r>
              <a:rPr lang="en-US" dirty="0"/>
              <a:t> </a:t>
            </a:r>
            <a:r>
              <a:rPr lang="en-US" dirty="0" err="1"/>
              <a:t>qilishi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Masalan</a:t>
            </a:r>
            <a:r>
              <a:rPr lang="en-US" dirty="0"/>
              <a:t>, Python </a:t>
            </a:r>
            <a:r>
              <a:rPr lang="en-US" dirty="0" err="1"/>
              <a:t>yoki</a:t>
            </a:r>
            <a:r>
              <a:rPr lang="en-US" dirty="0"/>
              <a:t> C++ </a:t>
            </a: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tillarda</a:t>
            </a:r>
            <a:r>
              <a:rPr lang="en-US" dirty="0"/>
              <a:t> .txt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ochib</a:t>
            </a:r>
            <a:r>
              <a:rPr lang="en-US" dirty="0"/>
              <a:t>, </a:t>
            </a:r>
            <a:r>
              <a:rPr lang="en-US" dirty="0" err="1"/>
              <a:t>undagi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yangicha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oson</a:t>
            </a:r>
            <a:r>
              <a:rPr lang="en-US" dirty="0"/>
              <a:t>.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dasturning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konfiguratsiyalarini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, </a:t>
            </a:r>
            <a:r>
              <a:rPr lang="en-US" dirty="0" err="1"/>
              <a:t>vaqtinchalik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,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bazasi</a:t>
            </a:r>
            <a:r>
              <a:rPr lang="en-US" dirty="0"/>
              <a:t> </a:t>
            </a:r>
            <a:r>
              <a:rPr lang="en-US" dirty="0" err="1"/>
              <a:t>o‘rniga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</a:t>
            </a:r>
            <a:r>
              <a:rPr lang="en-US" dirty="0" err="1"/>
              <a:t>hajmdagi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.</a:t>
            </a:r>
          </a:p>
          <a:p>
            <a:r>
              <a:rPr lang="en-US" dirty="0" err="1"/>
              <a:t>Xulosa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aytganda</a:t>
            </a:r>
            <a:r>
              <a:rPr lang="en-US" dirty="0"/>
              <a:t>,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— </a:t>
            </a: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dunyosidagi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sodda</a:t>
            </a:r>
            <a:r>
              <a:rPr lang="en-US" dirty="0"/>
              <a:t>,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universal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r>
              <a:rPr lang="en-US" dirty="0" err="1"/>
              <a:t>vositalaridan</a:t>
            </a:r>
            <a:r>
              <a:rPr lang="en-US" dirty="0"/>
              <a:t> </a:t>
            </a:r>
            <a:r>
              <a:rPr lang="en-US" dirty="0" err="1"/>
              <a:t>biridir</a:t>
            </a:r>
            <a:r>
              <a:rPr lang="en-US" dirty="0"/>
              <a:t>. Ular </a:t>
            </a:r>
            <a:r>
              <a:rPr lang="en-US" dirty="0" err="1"/>
              <a:t>dasturlashda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kundalik</a:t>
            </a:r>
            <a:r>
              <a:rPr lang="en-US" dirty="0"/>
              <a:t> </a:t>
            </a:r>
            <a:r>
              <a:rPr lang="en-US" dirty="0" err="1"/>
              <a:t>ish</a:t>
            </a:r>
            <a:r>
              <a:rPr lang="en-US" dirty="0"/>
              <a:t> </a:t>
            </a:r>
            <a:r>
              <a:rPr lang="en-US" dirty="0" err="1"/>
              <a:t>jarayonlarida</a:t>
            </a:r>
            <a:r>
              <a:rPr lang="en-US" dirty="0"/>
              <a:t> </a:t>
            </a:r>
            <a:r>
              <a:rPr lang="en-US" dirty="0" err="1"/>
              <a:t>keng</a:t>
            </a:r>
            <a:r>
              <a:rPr lang="en-US" dirty="0"/>
              <a:t> </a:t>
            </a:r>
            <a:r>
              <a:rPr lang="en-US" dirty="0" err="1"/>
              <a:t>qo‘llanadi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dasturchi</a:t>
            </a:r>
            <a:r>
              <a:rPr lang="en-US" dirty="0"/>
              <a:t>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ishlashni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bilishi</a:t>
            </a:r>
            <a:r>
              <a:rPr lang="en-US" dirty="0"/>
              <a:t> </a:t>
            </a:r>
            <a:r>
              <a:rPr lang="en-US" dirty="0" err="1"/>
              <a:t>lozim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719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21D88-ADB1-43AD-1DE5-3294F563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Python — Matnli fayllar bilan ishlash kodlari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548092-1648-3683-53C0-EE6833FB1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Faylga</a:t>
            </a:r>
            <a:r>
              <a:rPr lang="en-US" b="1" dirty="0"/>
              <a:t> </a:t>
            </a:r>
            <a:r>
              <a:rPr lang="en-US" b="1" dirty="0" err="1"/>
              <a:t>matn</a:t>
            </a:r>
            <a:r>
              <a:rPr lang="en-US" b="1" dirty="0"/>
              <a:t> </a:t>
            </a:r>
            <a:r>
              <a:rPr lang="en-US" b="1" dirty="0" err="1"/>
              <a:t>yozish</a:t>
            </a:r>
            <a:r>
              <a:rPr lang="en-US" b="1" dirty="0"/>
              <a:t> (write)</a:t>
            </a:r>
          </a:p>
          <a:p>
            <a:r>
              <a:rPr lang="en-US" dirty="0"/>
              <a:t>#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yozish</a:t>
            </a:r>
            <a:endParaRPr lang="en-US" dirty="0"/>
          </a:p>
          <a:p>
            <a:r>
              <a:rPr lang="en-US" dirty="0"/>
              <a:t>with open("malumot.txt", "w")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fayl.write</a:t>
            </a:r>
            <a:r>
              <a:rPr lang="en-US" dirty="0"/>
              <a:t>("Salom,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matnli</a:t>
            </a:r>
            <a:r>
              <a:rPr lang="en-US" dirty="0"/>
              <a:t>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yozilgan</a:t>
            </a:r>
            <a:r>
              <a:rPr lang="en-US" dirty="0"/>
              <a:t> </a:t>
            </a:r>
            <a:r>
              <a:rPr lang="en-US" dirty="0" err="1"/>
              <a:t>ma'lumot</a:t>
            </a:r>
            <a:r>
              <a:rPr lang="en-US" dirty="0"/>
              <a:t>!")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</a:t>
            </a:r>
            <a:r>
              <a:rPr lang="en-US" b="1" dirty="0" err="1"/>
              <a:t>Faylga</a:t>
            </a:r>
            <a:r>
              <a:rPr lang="en-US" b="1" dirty="0"/>
              <a:t> </a:t>
            </a:r>
            <a:r>
              <a:rPr lang="en-US" b="1" dirty="0" err="1"/>
              <a:t>ma’lumotni</a:t>
            </a:r>
            <a:r>
              <a:rPr lang="en-US" b="1" dirty="0"/>
              <a:t> </a:t>
            </a:r>
            <a:r>
              <a:rPr lang="en-US" b="1" dirty="0" err="1"/>
              <a:t>qo‘shish</a:t>
            </a:r>
            <a:r>
              <a:rPr lang="en-US" b="1" dirty="0"/>
              <a:t> (append)</a:t>
            </a:r>
          </a:p>
          <a:p>
            <a:r>
              <a:rPr lang="en-US" dirty="0"/>
              <a:t>with open("malumot.txt", "a")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fayl.write</a:t>
            </a:r>
            <a:r>
              <a:rPr lang="en-US" dirty="0"/>
              <a:t>("\</a:t>
            </a:r>
            <a:r>
              <a:rPr lang="en-US" dirty="0" err="1"/>
              <a:t>nYangi</a:t>
            </a:r>
            <a:r>
              <a:rPr lang="en-US" dirty="0"/>
              <a:t> </a:t>
            </a:r>
            <a:r>
              <a:rPr lang="en-US" dirty="0" err="1"/>
              <a:t>qator</a:t>
            </a:r>
            <a:r>
              <a:rPr lang="en-US" dirty="0"/>
              <a:t> </a:t>
            </a:r>
            <a:r>
              <a:rPr lang="en-US" dirty="0" err="1"/>
              <a:t>qo'shildi</a:t>
            </a:r>
            <a:r>
              <a:rPr lang="en-US" dirty="0"/>
              <a:t>.")</a:t>
            </a:r>
          </a:p>
        </p:txBody>
      </p:sp>
    </p:spTree>
    <p:extLst>
      <p:ext uri="{BB962C8B-B14F-4D97-AF65-F5344CB8AC3E}">
        <p14:creationId xmlns:p14="http://schemas.microsoft.com/office/powerpoint/2010/main" val="89755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242D5-678C-9331-5AAE-E7DB9C43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Python — Matnli fayllar bilan ishlash kodlari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A09F02-41A9-7F6A-30CA-7C62594A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Fayldan</a:t>
            </a:r>
            <a:r>
              <a:rPr lang="en-US" b="1" dirty="0"/>
              <a:t> </a:t>
            </a:r>
            <a:r>
              <a:rPr lang="en-US" b="1" dirty="0" err="1"/>
              <a:t>ma’lumotni</a:t>
            </a:r>
            <a:r>
              <a:rPr lang="en-US" b="1" dirty="0"/>
              <a:t> </a:t>
            </a:r>
            <a:r>
              <a:rPr lang="en-US" b="1" dirty="0" err="1"/>
              <a:t>o‘qish</a:t>
            </a:r>
            <a:r>
              <a:rPr lang="en-US" b="1" dirty="0"/>
              <a:t> (read)</a:t>
            </a:r>
          </a:p>
          <a:p>
            <a:r>
              <a:rPr lang="en-US" dirty="0"/>
              <a:t>with open("malumot.txt", "r")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matn</a:t>
            </a:r>
            <a:r>
              <a:rPr lang="en-US" dirty="0"/>
              <a:t> = </a:t>
            </a:r>
            <a:r>
              <a:rPr lang="en-US" dirty="0" err="1"/>
              <a:t>fayl.read</a:t>
            </a:r>
            <a:r>
              <a:rPr lang="en-US" dirty="0"/>
              <a:t>()</a:t>
            </a:r>
          </a:p>
          <a:p>
            <a:r>
              <a:rPr lang="en-US" dirty="0"/>
              <a:t>    print(</a:t>
            </a:r>
            <a:r>
              <a:rPr lang="en-US" dirty="0" err="1"/>
              <a:t>matn</a:t>
            </a:r>
            <a:r>
              <a:rPr lang="en-US" dirty="0"/>
              <a:t>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</a:t>
            </a:r>
            <a:r>
              <a:rPr lang="en-US" b="1" dirty="0" err="1"/>
              <a:t>Faylni</a:t>
            </a:r>
            <a:r>
              <a:rPr lang="en-US" b="1" dirty="0"/>
              <a:t> </a:t>
            </a:r>
            <a:r>
              <a:rPr lang="en-US" b="1" dirty="0" err="1"/>
              <a:t>qatorma-qator</a:t>
            </a:r>
            <a:r>
              <a:rPr lang="en-US" b="1" dirty="0"/>
              <a:t> </a:t>
            </a:r>
            <a:r>
              <a:rPr lang="en-US" b="1" dirty="0" err="1"/>
              <a:t>o‘qish</a:t>
            </a:r>
            <a:endParaRPr lang="en-US" b="1" dirty="0"/>
          </a:p>
          <a:p>
            <a:r>
              <a:rPr lang="en-US" dirty="0"/>
              <a:t>with open("malumot.txt", "r")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for </a:t>
            </a:r>
            <a:r>
              <a:rPr lang="en-US" dirty="0" err="1"/>
              <a:t>qator</a:t>
            </a:r>
            <a:r>
              <a:rPr lang="en-US" dirty="0"/>
              <a:t> in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768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150F8-23CD-0118-D117-86ADC3AA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8C8D96-94D4-321D-4FB0-3C1C651D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r>
              <a:rPr lang="en-US" dirty="0"/>
              <a:t> — </a:t>
            </a:r>
            <a:r>
              <a:rPr lang="en-US" dirty="0" err="1"/>
              <a:t>kompyuterda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, </a:t>
            </a:r>
            <a:r>
              <a:rPr lang="en-US" dirty="0" err="1"/>
              <a:t>o‘qish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jarayonlarini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ishlatiladigan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tushunchalardir</a:t>
            </a:r>
            <a:r>
              <a:rPr lang="en-US" dirty="0"/>
              <a:t>. Har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ishlaganda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vaqtincha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saqlashi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bo‘ladi</a:t>
            </a:r>
            <a:r>
              <a:rPr lang="en-US" dirty="0"/>
              <a:t>.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fayllardan</a:t>
            </a:r>
            <a:r>
              <a:rPr lang="en-US" dirty="0"/>
              <a:t> </a:t>
            </a:r>
            <a:r>
              <a:rPr lang="en-US" dirty="0" err="1"/>
              <a:t>foydalaniladi</a:t>
            </a:r>
            <a:r>
              <a:rPr lang="en-US" dirty="0"/>
              <a:t>.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ichida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, </a:t>
            </a:r>
            <a:r>
              <a:rPr lang="en-US" dirty="0" err="1"/>
              <a:t>sonlar</a:t>
            </a:r>
            <a:r>
              <a:rPr lang="en-US" dirty="0"/>
              <a:t>, rasm, audio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turdagi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saqlanishi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diskda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tugaganidan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ham </a:t>
            </a:r>
            <a:r>
              <a:rPr lang="en-US" dirty="0" err="1"/>
              <a:t>o‘z</a:t>
            </a:r>
            <a:r>
              <a:rPr lang="en-US" dirty="0"/>
              <a:t> </a:t>
            </a:r>
            <a:r>
              <a:rPr lang="en-US" dirty="0" err="1"/>
              <a:t>ma’lumotini</a:t>
            </a:r>
            <a:r>
              <a:rPr lang="en-US" dirty="0"/>
              <a:t> </a:t>
            </a:r>
            <a:r>
              <a:rPr lang="en-US" dirty="0" err="1"/>
              <a:t>saqlab</a:t>
            </a:r>
            <a:r>
              <a:rPr lang="en-US" dirty="0"/>
              <a:t> </a:t>
            </a:r>
            <a:r>
              <a:rPr lang="en-US" dirty="0" err="1"/>
              <a:t>qoladi</a:t>
            </a:r>
            <a:r>
              <a:rPr lang="en-US" dirty="0"/>
              <a:t>.</a:t>
            </a:r>
          </a:p>
          <a:p>
            <a:r>
              <a:rPr lang="en-US" dirty="0" err="1"/>
              <a:t>Oqim</a:t>
            </a:r>
            <a:r>
              <a:rPr lang="en-US" dirty="0"/>
              <a:t> (stream)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ma’lumotning</a:t>
            </a:r>
            <a:r>
              <a:rPr lang="en-US" dirty="0"/>
              <a:t> </a:t>
            </a:r>
            <a:r>
              <a:rPr lang="en-US" dirty="0" err="1"/>
              <a:t>ketma-ket</a:t>
            </a:r>
            <a:r>
              <a:rPr lang="en-US" dirty="0"/>
              <a:t> </a:t>
            </a:r>
            <a:r>
              <a:rPr lang="en-US" dirty="0" err="1"/>
              <a:t>oqimi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u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 </a:t>
            </a:r>
            <a:r>
              <a:rPr lang="en-US" dirty="0" err="1"/>
              <a:t>jarayonini</a:t>
            </a:r>
            <a:r>
              <a:rPr lang="en-US" dirty="0"/>
              <a:t> </a:t>
            </a:r>
            <a:r>
              <a:rPr lang="en-US" dirty="0" err="1"/>
              <a:t>boshqaradi</a:t>
            </a:r>
            <a:r>
              <a:rPr lang="en-US" dirty="0"/>
              <a:t>. </a:t>
            </a:r>
            <a:r>
              <a:rPr lang="en-US" dirty="0" err="1"/>
              <a:t>Boshqacha</a:t>
            </a:r>
            <a:r>
              <a:rPr lang="en-US" dirty="0"/>
              <a:t> </a:t>
            </a:r>
            <a:r>
              <a:rPr lang="en-US" dirty="0" err="1"/>
              <a:t>aytganda</a:t>
            </a:r>
            <a:r>
              <a:rPr lang="en-US" dirty="0"/>
              <a:t>, </a:t>
            </a:r>
            <a:r>
              <a:rPr lang="en-US" dirty="0" err="1"/>
              <a:t>oqim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ketma-ket</a:t>
            </a:r>
            <a:r>
              <a:rPr lang="en-US" dirty="0"/>
              <a:t> </a:t>
            </a:r>
            <a:r>
              <a:rPr lang="en-US" dirty="0" err="1"/>
              <a:t>tarzda</a:t>
            </a:r>
            <a:r>
              <a:rPr lang="en-US" dirty="0"/>
              <a:t> </a:t>
            </a:r>
            <a:r>
              <a:rPr lang="en-US" dirty="0" err="1"/>
              <a:t>uzatish</a:t>
            </a:r>
            <a:r>
              <a:rPr lang="en-US" dirty="0"/>
              <a:t> </a:t>
            </a:r>
            <a:r>
              <a:rPr lang="en-US" dirty="0" err="1"/>
              <a:t>vositasi</a:t>
            </a:r>
            <a:r>
              <a:rPr lang="en-US" dirty="0"/>
              <a:t>. Dastur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ichidagi</a:t>
            </a:r>
            <a:r>
              <a:rPr lang="en-US" dirty="0"/>
              <a:t>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bevosita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</a:t>
            </a:r>
            <a:r>
              <a:rPr lang="en-US" dirty="0" err="1"/>
              <a:t>oqim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o‘qiydi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yozadi</a:t>
            </a:r>
            <a:r>
              <a:rPr lang="en-US" dirty="0"/>
              <a:t>. Shu </a:t>
            </a:r>
            <a:r>
              <a:rPr lang="en-US" dirty="0" err="1"/>
              <a:t>sababli</a:t>
            </a:r>
            <a:r>
              <a:rPr lang="en-US" dirty="0"/>
              <a:t> </a:t>
            </a:r>
            <a:r>
              <a:rPr lang="en-US" dirty="0" err="1"/>
              <a:t>oqimlar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tartibli</a:t>
            </a:r>
            <a:r>
              <a:rPr lang="en-US" dirty="0"/>
              <a:t>, </a:t>
            </a:r>
            <a:r>
              <a:rPr lang="en-US" dirty="0" err="1"/>
              <a:t>xavfsiz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aniq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730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AFF21-B894-1C86-B9B8-C6F56CBB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FF2344-EAC4-13AF-2F01-8837946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</a:t>
            </a:r>
            <a:r>
              <a:rPr lang="en-US" dirty="0" err="1"/>
              <a:t>uch</a:t>
            </a:r>
            <a:r>
              <a:rPr lang="en-US" dirty="0"/>
              <a:t> </a:t>
            </a:r>
            <a:r>
              <a:rPr lang="en-US" dirty="0" err="1"/>
              <a:t>bosqichdan</a:t>
            </a:r>
            <a:r>
              <a:rPr lang="en-US" dirty="0"/>
              <a:t> </a:t>
            </a:r>
            <a:r>
              <a:rPr lang="en-US" dirty="0" err="1"/>
              <a:t>iborat</a:t>
            </a:r>
            <a:r>
              <a:rPr lang="en-US" dirty="0"/>
              <a:t>: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ochish</a:t>
            </a:r>
            <a:r>
              <a:rPr lang="en-US" dirty="0"/>
              <a:t>,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yopish</a:t>
            </a:r>
            <a:r>
              <a:rPr lang="en-US" dirty="0"/>
              <a:t>.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ochilganda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bog‘langan</a:t>
            </a:r>
            <a:r>
              <a:rPr lang="en-US" dirty="0"/>
              <a:t> </a:t>
            </a:r>
            <a:r>
              <a:rPr lang="en-US" dirty="0" err="1"/>
              <a:t>oqim</a:t>
            </a:r>
            <a:r>
              <a:rPr lang="en-US" dirty="0"/>
              <a:t> </a:t>
            </a:r>
            <a:r>
              <a:rPr lang="en-US" dirty="0" err="1"/>
              <a:t>yaratiladi</a:t>
            </a:r>
            <a:r>
              <a:rPr lang="en-US" dirty="0"/>
              <a:t>. Bu </a:t>
            </a:r>
            <a:r>
              <a:rPr lang="en-US" dirty="0" err="1"/>
              <a:t>oqim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o‘qiydi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unga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yozadi</a:t>
            </a:r>
            <a:r>
              <a:rPr lang="en-US" dirty="0"/>
              <a:t>. </a:t>
            </a:r>
            <a:r>
              <a:rPr lang="en-US" dirty="0" err="1"/>
              <a:t>Oqimni</a:t>
            </a:r>
            <a:r>
              <a:rPr lang="en-US" dirty="0"/>
              <a:t> </a:t>
            </a:r>
            <a:r>
              <a:rPr lang="en-US" dirty="0" err="1"/>
              <a:t>to‘g‘ri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, </a:t>
            </a:r>
            <a:r>
              <a:rPr lang="en-US" dirty="0" err="1"/>
              <a:t>chunki</a:t>
            </a:r>
            <a:r>
              <a:rPr lang="en-US" dirty="0"/>
              <a:t> </a:t>
            </a:r>
            <a:r>
              <a:rPr lang="en-US" dirty="0" err="1"/>
              <a:t>noto‘g‘ri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natijasida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buzilishi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noto‘g‘ri</a:t>
            </a:r>
            <a:r>
              <a:rPr lang="en-US" dirty="0"/>
              <a:t> </a:t>
            </a:r>
            <a:r>
              <a:rPr lang="en-US" dirty="0" err="1"/>
              <a:t>yozilishi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</a:t>
            </a:r>
            <a:r>
              <a:rPr lang="en-US" dirty="0" err="1"/>
              <a:t>Oqimlar</a:t>
            </a:r>
            <a:r>
              <a:rPr lang="en-US" dirty="0"/>
              <a:t> </a:t>
            </a:r>
            <a:r>
              <a:rPr lang="en-US" dirty="0" err="1"/>
              <a:t>ikki</a:t>
            </a:r>
            <a:r>
              <a:rPr lang="en-US" dirty="0"/>
              <a:t> </a:t>
            </a:r>
            <a:r>
              <a:rPr lang="en-US" dirty="0" err="1"/>
              <a:t>turga</a:t>
            </a:r>
            <a:r>
              <a:rPr lang="en-US" dirty="0"/>
              <a:t> </a:t>
            </a:r>
            <a:r>
              <a:rPr lang="en-US" dirty="0" err="1"/>
              <a:t>bo‘linadi</a:t>
            </a:r>
            <a:r>
              <a:rPr lang="en-US" dirty="0"/>
              <a:t>: </a:t>
            </a:r>
            <a:r>
              <a:rPr lang="en-US" dirty="0" err="1"/>
              <a:t>kirish</a:t>
            </a:r>
            <a:r>
              <a:rPr lang="en-US" dirty="0"/>
              <a:t> </a:t>
            </a:r>
            <a:r>
              <a:rPr lang="en-US" dirty="0" err="1"/>
              <a:t>oqimi</a:t>
            </a:r>
            <a:r>
              <a:rPr lang="en-US" dirty="0"/>
              <a:t> (input stream) —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oqimi</a:t>
            </a:r>
            <a:r>
              <a:rPr lang="en-US" dirty="0"/>
              <a:t> (output stream) —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.</a:t>
            </a:r>
          </a:p>
          <a:p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tillarida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maxsus</a:t>
            </a:r>
            <a:r>
              <a:rPr lang="en-US" dirty="0"/>
              <a:t> </a:t>
            </a:r>
            <a:r>
              <a:rPr lang="en-US" dirty="0" err="1"/>
              <a:t>funksiyalar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. </a:t>
            </a:r>
            <a:r>
              <a:rPr lang="en-US" dirty="0" err="1"/>
              <a:t>Masalan</a:t>
            </a:r>
            <a:r>
              <a:rPr lang="en-US" dirty="0"/>
              <a:t>, Python </a:t>
            </a:r>
            <a:r>
              <a:rPr lang="en-US" dirty="0" err="1"/>
              <a:t>tilida</a:t>
            </a:r>
            <a:r>
              <a:rPr lang="en-US" dirty="0"/>
              <a:t> open() </a:t>
            </a:r>
            <a:r>
              <a:rPr lang="en-US" dirty="0" err="1"/>
              <a:t>funksiyasi</a:t>
            </a:r>
            <a:r>
              <a:rPr lang="en-US" dirty="0"/>
              <a:t> </a:t>
            </a:r>
            <a:r>
              <a:rPr lang="en-US" dirty="0" err="1"/>
              <a:t>oqimni</a:t>
            </a:r>
            <a:r>
              <a:rPr lang="en-US" dirty="0"/>
              <a:t> </a:t>
            </a:r>
            <a:r>
              <a:rPr lang="en-US" dirty="0" err="1"/>
              <a:t>ochadi</a:t>
            </a:r>
            <a:r>
              <a:rPr lang="en-US" dirty="0"/>
              <a:t>, read() </a:t>
            </a:r>
            <a:r>
              <a:rPr lang="en-US" dirty="0" err="1"/>
              <a:t>funksiyasi</a:t>
            </a:r>
            <a:r>
              <a:rPr lang="en-US" dirty="0"/>
              <a:t>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o‘qiydi</a:t>
            </a:r>
            <a:r>
              <a:rPr lang="en-US" dirty="0"/>
              <a:t>, write()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yozadi</a:t>
            </a:r>
            <a:r>
              <a:rPr lang="en-US" dirty="0"/>
              <a:t>. </a:t>
            </a:r>
            <a:r>
              <a:rPr lang="en-US" dirty="0" err="1"/>
              <a:t>Oqim</a:t>
            </a:r>
            <a:r>
              <a:rPr lang="en-US" dirty="0"/>
              <a:t> </a:t>
            </a:r>
            <a:r>
              <a:rPr lang="en-US" dirty="0" err="1"/>
              <a:t>yopilganda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aloqa</a:t>
            </a:r>
            <a:r>
              <a:rPr lang="en-US" dirty="0"/>
              <a:t> </a:t>
            </a:r>
            <a:r>
              <a:rPr lang="en-US" dirty="0" err="1"/>
              <a:t>to‘xtaydi</a:t>
            </a:r>
            <a:r>
              <a:rPr lang="en-US" dirty="0"/>
              <a:t>. </a:t>
            </a:r>
            <a:r>
              <a:rPr lang="en-US" dirty="0" err="1"/>
              <a:t>Oqimlardan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dasturlashda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jarayonlarini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tizimli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872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450C0-5BCE-40D3-D54D-F85DA4E5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Python —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357049-FB10-F31F-C1DC-36B372E13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with open("matnli_fayl.txt", "w")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fayl.write</a:t>
            </a:r>
            <a:r>
              <a:rPr lang="en-US" dirty="0"/>
              <a:t>("Salom, </a:t>
            </a:r>
            <a:r>
              <a:rPr lang="en-US" dirty="0" err="1"/>
              <a:t>dunyo</a:t>
            </a:r>
            <a:r>
              <a:rPr lang="en-US" dirty="0"/>
              <a:t>!\n")</a:t>
            </a:r>
          </a:p>
          <a:p>
            <a:r>
              <a:rPr lang="en-US" dirty="0"/>
              <a:t>    </a:t>
            </a:r>
            <a:r>
              <a:rPr lang="en-US" dirty="0" err="1"/>
              <a:t>fayl.write</a:t>
            </a:r>
            <a:r>
              <a:rPr lang="en-US" dirty="0"/>
              <a:t>("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.\n")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o'qish</a:t>
            </a:r>
            <a:endParaRPr lang="en-US" dirty="0"/>
          </a:p>
          <a:p>
            <a:r>
              <a:rPr lang="en-US" dirty="0"/>
              <a:t>with open("matnli_fayl.txt", "r")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matn</a:t>
            </a:r>
            <a:r>
              <a:rPr lang="en-US" dirty="0"/>
              <a:t> = </a:t>
            </a:r>
            <a:r>
              <a:rPr lang="en-US" dirty="0" err="1"/>
              <a:t>fayl.read</a:t>
            </a:r>
            <a:r>
              <a:rPr lang="en-US" dirty="0"/>
              <a:t>()</a:t>
            </a:r>
          </a:p>
          <a:p>
            <a:r>
              <a:rPr lang="en-US" dirty="0"/>
              <a:t>    print("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o'qilgan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:")</a:t>
            </a:r>
          </a:p>
          <a:p>
            <a:r>
              <a:rPr lang="en-US" dirty="0"/>
              <a:t>    print(</a:t>
            </a:r>
            <a:r>
              <a:rPr lang="en-US" dirty="0" err="1"/>
              <a:t>matn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qo'shish</a:t>
            </a:r>
            <a:endParaRPr lang="en-US" dirty="0"/>
          </a:p>
          <a:p>
            <a:r>
              <a:rPr lang="en-US" dirty="0"/>
              <a:t>with open("matnli_fayl.txt", "a") as </a:t>
            </a:r>
            <a:r>
              <a:rPr lang="en-US" dirty="0" err="1"/>
              <a:t>fayl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fayl.write</a:t>
            </a:r>
            <a:r>
              <a:rPr lang="en-US" dirty="0"/>
              <a:t>("Yangi </a:t>
            </a:r>
            <a:r>
              <a:rPr lang="en-US" dirty="0" err="1"/>
              <a:t>satr</a:t>
            </a:r>
            <a:r>
              <a:rPr lang="en-US" dirty="0"/>
              <a:t> </a:t>
            </a:r>
            <a:r>
              <a:rPr lang="en-US" dirty="0" err="1"/>
              <a:t>qo'shildi</a:t>
            </a:r>
            <a:r>
              <a:rPr lang="en-US" dirty="0"/>
              <a:t>.\n")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825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00B4F-D626-A034-4F8F-0EC2B257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Python —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oqimlar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76AF03-E011-0737-E09F-0C2893ABF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 Binar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, rasm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ma’lumotlari</a:t>
            </a:r>
            <a:r>
              <a:rPr lang="en-US" dirty="0"/>
              <a:t>)</a:t>
            </a:r>
          </a:p>
          <a:p>
            <a:r>
              <a:rPr lang="en-US" dirty="0" err="1"/>
              <a:t>ma_lumot</a:t>
            </a:r>
            <a:r>
              <a:rPr lang="en-US" dirty="0"/>
              <a:t> = </a:t>
            </a:r>
            <a:r>
              <a:rPr lang="en-US" dirty="0" err="1"/>
              <a:t>b"Bu</a:t>
            </a:r>
            <a:r>
              <a:rPr lang="en-US" dirty="0"/>
              <a:t> </a:t>
            </a:r>
            <a:r>
              <a:rPr lang="en-US" dirty="0" err="1"/>
              <a:t>binar</a:t>
            </a:r>
            <a:r>
              <a:rPr lang="en-US" dirty="0"/>
              <a:t> </a:t>
            </a:r>
            <a:r>
              <a:rPr lang="en-US" dirty="0" err="1"/>
              <a:t>ma'lumot</a:t>
            </a:r>
            <a:r>
              <a:rPr lang="en-US" dirty="0"/>
              <a:t> </a:t>
            </a:r>
            <a:r>
              <a:rPr lang="en-US" dirty="0" err="1"/>
              <a:t>misoli</a:t>
            </a:r>
            <a:r>
              <a:rPr lang="en-US" dirty="0"/>
              <a:t>."</a:t>
            </a:r>
          </a:p>
          <a:p>
            <a:r>
              <a:rPr lang="en-US" dirty="0"/>
              <a:t>with open("</a:t>
            </a:r>
            <a:r>
              <a:rPr lang="en-US" dirty="0" err="1"/>
              <a:t>binar_fayl.bin</a:t>
            </a:r>
            <a:r>
              <a:rPr lang="en-US" dirty="0"/>
              <a:t>", "</a:t>
            </a:r>
            <a:r>
              <a:rPr lang="en-US" dirty="0" err="1"/>
              <a:t>wb</a:t>
            </a:r>
            <a:r>
              <a:rPr lang="en-US" dirty="0"/>
              <a:t>") as </a:t>
            </a:r>
            <a:r>
              <a:rPr lang="en-US" dirty="0" err="1"/>
              <a:t>binar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binar.write</a:t>
            </a:r>
            <a:r>
              <a:rPr lang="en-US" dirty="0"/>
              <a:t>(</a:t>
            </a:r>
            <a:r>
              <a:rPr lang="en-US" dirty="0" err="1"/>
              <a:t>ma_lumot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Binar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o'qish</a:t>
            </a:r>
            <a:endParaRPr lang="en-US" dirty="0"/>
          </a:p>
          <a:p>
            <a:r>
              <a:rPr lang="en-US" dirty="0"/>
              <a:t>with open("</a:t>
            </a:r>
            <a:r>
              <a:rPr lang="en-US" dirty="0" err="1"/>
              <a:t>binar_fayl.bin</a:t>
            </a:r>
            <a:r>
              <a:rPr lang="en-US" dirty="0"/>
              <a:t>", "</a:t>
            </a:r>
            <a:r>
              <a:rPr lang="en-US" dirty="0" err="1"/>
              <a:t>rb</a:t>
            </a:r>
            <a:r>
              <a:rPr lang="en-US" dirty="0"/>
              <a:t>") as </a:t>
            </a:r>
            <a:r>
              <a:rPr lang="en-US" dirty="0" err="1"/>
              <a:t>binar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ma_lumot_oqilgan</a:t>
            </a:r>
            <a:r>
              <a:rPr lang="en-US" dirty="0"/>
              <a:t> = </a:t>
            </a:r>
            <a:r>
              <a:rPr lang="en-US" dirty="0" err="1"/>
              <a:t>binar.read</a:t>
            </a:r>
            <a:r>
              <a:rPr lang="en-US" dirty="0"/>
              <a:t>()</a:t>
            </a:r>
          </a:p>
          <a:p>
            <a:r>
              <a:rPr lang="en-US" dirty="0"/>
              <a:t>    print("Binar </a:t>
            </a:r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o'qilgan</a:t>
            </a:r>
            <a:r>
              <a:rPr lang="en-US" dirty="0"/>
              <a:t> </a:t>
            </a:r>
            <a:r>
              <a:rPr lang="en-US" dirty="0" err="1"/>
              <a:t>ma'lumot</a:t>
            </a:r>
            <a:r>
              <a:rPr lang="en-US" dirty="0"/>
              <a:t>:")</a:t>
            </a:r>
          </a:p>
          <a:p>
            <a:r>
              <a:rPr lang="en-US" dirty="0"/>
              <a:t>    print(</a:t>
            </a:r>
            <a:r>
              <a:rPr lang="en-US" dirty="0" err="1"/>
              <a:t>ma_lumot_oqilgan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91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C76EB-BBE0-C8A7-37B9-0981746D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Fayllarga</a:t>
            </a:r>
            <a:r>
              <a:rPr lang="es-ES" dirty="0"/>
              <a:t> </a:t>
            </a:r>
            <a:r>
              <a:rPr lang="es-ES" dirty="0" err="1"/>
              <a:t>yozish</a:t>
            </a:r>
            <a:r>
              <a:rPr lang="es-ES" dirty="0"/>
              <a:t> va </a:t>
            </a:r>
            <a:r>
              <a:rPr lang="es-ES" dirty="0" err="1"/>
              <a:t>o‘qish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6230A3-C75E-54E0-F733-A50DCBF60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Fayl</a:t>
            </a:r>
            <a:r>
              <a:rPr lang="en-US" b="1" dirty="0"/>
              <a:t> </a:t>
            </a:r>
            <a:r>
              <a:rPr lang="en-US" b="1" dirty="0" err="1"/>
              <a:t>tushunchasi</a:t>
            </a:r>
            <a:endParaRPr lang="en-US" b="1" dirty="0"/>
          </a:p>
          <a:p>
            <a:r>
              <a:rPr lang="en-US" dirty="0" err="1"/>
              <a:t>Fayl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kompyuterda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mo‘ljallangan</a:t>
            </a:r>
            <a:r>
              <a:rPr lang="en-US" dirty="0"/>
              <a:t> </a:t>
            </a:r>
            <a:r>
              <a:rPr lang="en-US" dirty="0" err="1"/>
              <a:t>mustaqil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to‘plami</a:t>
            </a:r>
            <a:r>
              <a:rPr lang="en-US" dirty="0"/>
              <a:t>. 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vaqtinchalik</a:t>
            </a:r>
            <a:r>
              <a:rPr lang="en-US" dirty="0"/>
              <a:t> </a:t>
            </a:r>
            <a:r>
              <a:rPr lang="en-US" dirty="0" err="1"/>
              <a:t>emas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.</a:t>
            </a:r>
          </a:p>
          <a:p>
            <a:r>
              <a:rPr lang="en-US" b="1" dirty="0"/>
              <a:t>2. </a:t>
            </a:r>
            <a:r>
              <a:rPr lang="en-US" b="1" dirty="0" err="1"/>
              <a:t>Fayl</a:t>
            </a:r>
            <a:r>
              <a:rPr lang="en-US" b="1" dirty="0"/>
              <a:t> </a:t>
            </a:r>
            <a:r>
              <a:rPr lang="en-US" b="1" dirty="0" err="1"/>
              <a:t>turlari</a:t>
            </a:r>
            <a:endParaRPr lang="en-US" b="1" dirty="0"/>
          </a:p>
          <a:p>
            <a:r>
              <a:rPr lang="en-US" b="1" dirty="0" err="1"/>
              <a:t>Matnli</a:t>
            </a:r>
            <a:r>
              <a:rPr lang="en-US" b="1" dirty="0"/>
              <a:t> </a:t>
            </a:r>
            <a:r>
              <a:rPr lang="en-US" b="1" dirty="0" err="1"/>
              <a:t>fayllar</a:t>
            </a:r>
            <a:r>
              <a:rPr lang="en-US" dirty="0"/>
              <a:t> – </a:t>
            </a:r>
            <a:r>
              <a:rPr lang="en-US" dirty="0" err="1"/>
              <a:t>faqat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ma’lumotlarini</a:t>
            </a:r>
            <a:r>
              <a:rPr lang="en-US" dirty="0"/>
              <a:t> </a:t>
            </a:r>
            <a:r>
              <a:rPr lang="en-US" dirty="0" err="1"/>
              <a:t>saqlaydi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, .txt, .csv).</a:t>
            </a:r>
          </a:p>
          <a:p>
            <a:r>
              <a:rPr lang="en-US" b="1" dirty="0" err="1"/>
              <a:t>Binarl</a:t>
            </a:r>
            <a:r>
              <a:rPr lang="en-US" b="1" dirty="0"/>
              <a:t> </a:t>
            </a:r>
            <a:r>
              <a:rPr lang="en-US" b="1" dirty="0" err="1"/>
              <a:t>fayllar</a:t>
            </a:r>
            <a:r>
              <a:rPr lang="en-US" dirty="0"/>
              <a:t> – </a:t>
            </a:r>
            <a:r>
              <a:rPr lang="en-US" dirty="0" err="1"/>
              <a:t>murakkab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saqlaydi</a:t>
            </a:r>
            <a:r>
              <a:rPr lang="en-US" dirty="0"/>
              <a:t>, </a:t>
            </a:r>
            <a:r>
              <a:rPr lang="en-US" dirty="0" err="1"/>
              <a:t>masalan</a:t>
            </a:r>
            <a:r>
              <a:rPr lang="en-US" dirty="0"/>
              <a:t> </a:t>
            </a:r>
            <a:r>
              <a:rPr lang="en-US" dirty="0" err="1"/>
              <a:t>rasmlar</a:t>
            </a:r>
            <a:r>
              <a:rPr lang="en-US" dirty="0"/>
              <a:t>, audio, video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fayllar</a:t>
            </a:r>
            <a:r>
              <a:rPr lang="en-US" dirty="0"/>
              <a:t> (</a:t>
            </a:r>
            <a:r>
              <a:rPr lang="en-US" dirty="0" err="1"/>
              <a:t>masalan</a:t>
            </a:r>
            <a:r>
              <a:rPr lang="en-US" dirty="0"/>
              <a:t>, .jpg, .mp3, .exe).</a:t>
            </a:r>
          </a:p>
          <a:p>
            <a:r>
              <a:rPr lang="en-US" b="1" dirty="0"/>
              <a:t>3. </a:t>
            </a:r>
            <a:r>
              <a:rPr lang="en-US" b="1" dirty="0" err="1"/>
              <a:t>Faylga</a:t>
            </a:r>
            <a:r>
              <a:rPr lang="en-US" b="1" dirty="0"/>
              <a:t> </a:t>
            </a:r>
            <a:r>
              <a:rPr lang="en-US" b="1" dirty="0" err="1"/>
              <a:t>yozish</a:t>
            </a:r>
            <a:endParaRPr lang="en-US" b="1" dirty="0"/>
          </a:p>
          <a:p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—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qo‘shish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mavjudini</a:t>
            </a:r>
            <a:r>
              <a:rPr lang="en-US" dirty="0"/>
              <a:t> </a:t>
            </a:r>
            <a:r>
              <a:rPr lang="en-US" dirty="0" err="1"/>
              <a:t>yangilash</a:t>
            </a:r>
            <a:r>
              <a:rPr lang="en-US" dirty="0"/>
              <a:t> </a:t>
            </a:r>
            <a:r>
              <a:rPr lang="en-US" dirty="0" err="1"/>
              <a:t>jarayoni</a:t>
            </a:r>
            <a:r>
              <a:rPr lang="en-US" dirty="0"/>
              <a:t>. Bu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yopilgandan</a:t>
            </a:r>
            <a:r>
              <a:rPr lang="en-US" dirty="0"/>
              <a:t> </a:t>
            </a:r>
            <a:r>
              <a:rPr lang="en-US" dirty="0" err="1"/>
              <a:t>keyin</a:t>
            </a:r>
            <a:r>
              <a:rPr lang="en-US" dirty="0"/>
              <a:t> ham </a:t>
            </a:r>
            <a:r>
              <a:rPr lang="en-US" dirty="0" err="1"/>
              <a:t>saqlanadi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67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1E342-1760-4335-66B8-C5C34EEB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Fayllarga</a:t>
            </a:r>
            <a:r>
              <a:rPr lang="es-ES" dirty="0"/>
              <a:t> </a:t>
            </a:r>
            <a:r>
              <a:rPr lang="es-ES" dirty="0" err="1"/>
              <a:t>yozish</a:t>
            </a:r>
            <a:r>
              <a:rPr lang="es-ES" dirty="0"/>
              <a:t> va </a:t>
            </a:r>
            <a:r>
              <a:rPr lang="es-ES" dirty="0" err="1"/>
              <a:t>o‘qish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2277BD-6A97-390F-0E70-BA620D17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Fayldan</a:t>
            </a:r>
            <a:r>
              <a:rPr lang="en-US" b="1" dirty="0"/>
              <a:t> </a:t>
            </a:r>
            <a:r>
              <a:rPr lang="en-US" b="1" dirty="0" err="1"/>
              <a:t>o‘qish</a:t>
            </a:r>
            <a:endParaRPr lang="en-US" b="1" dirty="0"/>
          </a:p>
          <a:p>
            <a:r>
              <a:rPr lang="en-US" dirty="0" err="1"/>
              <a:t>Fayldan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 — </a:t>
            </a:r>
            <a:r>
              <a:rPr lang="en-US" dirty="0" err="1"/>
              <a:t>faylda</a:t>
            </a:r>
            <a:r>
              <a:rPr lang="en-US" dirty="0"/>
              <a:t> </a:t>
            </a:r>
            <a:r>
              <a:rPr lang="en-US" dirty="0" err="1"/>
              <a:t>saqlangan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dasturga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kelish</a:t>
            </a:r>
            <a:r>
              <a:rPr lang="en-US" dirty="0"/>
              <a:t> </a:t>
            </a:r>
            <a:r>
              <a:rPr lang="en-US" dirty="0" err="1"/>
              <a:t>jarayoni</a:t>
            </a:r>
            <a:r>
              <a:rPr lang="en-US" dirty="0"/>
              <a:t>. Bu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saqlangan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ishlatilishi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r>
              <a:rPr lang="en-US" b="1" dirty="0"/>
              <a:t>5. </a:t>
            </a:r>
            <a:r>
              <a:rPr lang="en-US" b="1" dirty="0" err="1"/>
              <a:t>Fayl</a:t>
            </a:r>
            <a:r>
              <a:rPr lang="en-US" b="1" dirty="0"/>
              <a:t> </a:t>
            </a:r>
            <a:r>
              <a:rPr lang="en-US" b="1" dirty="0" err="1"/>
              <a:t>rejimlari</a:t>
            </a:r>
            <a:endParaRPr lang="en-US" b="1" dirty="0"/>
          </a:p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rejimlar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:</a:t>
            </a:r>
          </a:p>
          <a:p>
            <a:r>
              <a:rPr lang="en-US" b="1" dirty="0" err="1"/>
              <a:t>O‘qish</a:t>
            </a:r>
            <a:r>
              <a:rPr lang="en-US" dirty="0"/>
              <a:t> –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.</a:t>
            </a:r>
          </a:p>
          <a:p>
            <a:r>
              <a:rPr lang="en-US" b="1" dirty="0" err="1"/>
              <a:t>Yozish</a:t>
            </a:r>
            <a:r>
              <a:rPr lang="en-US" dirty="0"/>
              <a:t> –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o‘chirish</a:t>
            </a:r>
            <a:r>
              <a:rPr lang="en-US" dirty="0"/>
              <a:t>.</a:t>
            </a:r>
          </a:p>
          <a:p>
            <a:r>
              <a:rPr lang="en-US" b="1" dirty="0" err="1"/>
              <a:t>Qo‘shish</a:t>
            </a:r>
            <a:r>
              <a:rPr lang="en-US" dirty="0"/>
              <a:t> –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oxiriga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qo‘shish</a:t>
            </a:r>
            <a:r>
              <a:rPr lang="en-US" dirty="0"/>
              <a:t>.</a:t>
            </a:r>
          </a:p>
          <a:p>
            <a:r>
              <a:rPr lang="en-US" b="1" dirty="0"/>
              <a:t>Binar </a:t>
            </a:r>
            <a:r>
              <a:rPr lang="en-US" b="1" dirty="0" err="1"/>
              <a:t>rejim</a:t>
            </a:r>
            <a:r>
              <a:rPr lang="en-US" dirty="0"/>
              <a:t> –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bo‘lmagan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(rasm, audio)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705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8EE22-3429-8554-9052-64715CC4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Fayllarga</a:t>
            </a:r>
            <a:r>
              <a:rPr lang="es-ES" dirty="0"/>
              <a:t> </a:t>
            </a:r>
            <a:r>
              <a:rPr lang="es-ES" dirty="0" err="1"/>
              <a:t>yozish</a:t>
            </a:r>
            <a:r>
              <a:rPr lang="es-ES" dirty="0"/>
              <a:t> va </a:t>
            </a:r>
            <a:r>
              <a:rPr lang="es-ES" dirty="0" err="1"/>
              <a:t>o‘qish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F51B93-55F6-CF7B-9067-06DBAFBC1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</a:t>
            </a:r>
            <a:r>
              <a:rPr lang="en-US" b="1" dirty="0" err="1"/>
              <a:t>Afzalliklari</a:t>
            </a:r>
            <a:endParaRPr lang="en-US" b="1" dirty="0"/>
          </a:p>
          <a:p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beradi</a:t>
            </a:r>
            <a:r>
              <a:rPr lang="en-US" dirty="0"/>
              <a:t>.</a:t>
            </a:r>
          </a:p>
          <a:p>
            <a:r>
              <a:rPr lang="en-US" dirty="0"/>
              <a:t>Dastur </a:t>
            </a:r>
            <a:r>
              <a:rPr lang="en-US" dirty="0" err="1"/>
              <a:t>ishini</a:t>
            </a:r>
            <a:r>
              <a:rPr lang="en-US" dirty="0"/>
              <a:t> </a:t>
            </a:r>
            <a:r>
              <a:rPr lang="en-US" dirty="0" err="1"/>
              <a:t>to‘xtatib</a:t>
            </a:r>
            <a:r>
              <a:rPr lang="en-US" dirty="0"/>
              <a:t> </a:t>
            </a:r>
            <a:r>
              <a:rPr lang="en-US" dirty="0" err="1"/>
              <a:t>qayta</a:t>
            </a:r>
            <a:r>
              <a:rPr lang="en-US" dirty="0"/>
              <a:t> </a:t>
            </a:r>
            <a:r>
              <a:rPr lang="en-US" dirty="0" err="1"/>
              <a:t>ishga</a:t>
            </a:r>
            <a:r>
              <a:rPr lang="en-US" dirty="0"/>
              <a:t> </a:t>
            </a:r>
            <a:r>
              <a:rPr lang="en-US" dirty="0" err="1"/>
              <a:t>tushirishda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.</a:t>
            </a:r>
          </a:p>
          <a:p>
            <a:r>
              <a:rPr lang="en-US" dirty="0"/>
              <a:t>Katta </a:t>
            </a:r>
            <a:r>
              <a:rPr lang="en-US" dirty="0" err="1"/>
              <a:t>hajmdagi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.</a:t>
            </a:r>
          </a:p>
          <a:p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rejimlar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:</a:t>
            </a:r>
          </a:p>
          <a:p>
            <a:r>
              <a:rPr lang="en-US" b="1" dirty="0" err="1"/>
              <a:t>O‘qish</a:t>
            </a:r>
            <a:r>
              <a:rPr lang="en-US" dirty="0"/>
              <a:t> –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o‘qish</a:t>
            </a:r>
            <a:r>
              <a:rPr lang="en-US" dirty="0"/>
              <a:t>.</a:t>
            </a:r>
          </a:p>
          <a:p>
            <a:r>
              <a:rPr lang="en-US" b="1" dirty="0" err="1"/>
              <a:t>Yozish</a:t>
            </a:r>
            <a:r>
              <a:rPr lang="en-US" dirty="0"/>
              <a:t> –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yozish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ma’lumotni</a:t>
            </a:r>
            <a:r>
              <a:rPr lang="en-US" dirty="0"/>
              <a:t> </a:t>
            </a:r>
            <a:r>
              <a:rPr lang="en-US" dirty="0" err="1"/>
              <a:t>o‘chirish</a:t>
            </a:r>
            <a:r>
              <a:rPr lang="en-US" dirty="0"/>
              <a:t>.</a:t>
            </a:r>
          </a:p>
          <a:p>
            <a:r>
              <a:rPr lang="en-US" b="1" dirty="0" err="1"/>
              <a:t>Qo‘shish</a:t>
            </a:r>
            <a:r>
              <a:rPr lang="en-US" dirty="0"/>
              <a:t> –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oxiriga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ma’lumot</a:t>
            </a:r>
            <a:r>
              <a:rPr lang="en-US" dirty="0"/>
              <a:t> </a:t>
            </a:r>
            <a:r>
              <a:rPr lang="en-US" dirty="0" err="1"/>
              <a:t>qo‘shish</a:t>
            </a:r>
            <a:r>
              <a:rPr lang="en-US" dirty="0"/>
              <a:t>.</a:t>
            </a:r>
          </a:p>
          <a:p>
            <a:r>
              <a:rPr lang="en-US" b="1" dirty="0"/>
              <a:t>Binar </a:t>
            </a:r>
            <a:r>
              <a:rPr lang="en-US" b="1" dirty="0" err="1"/>
              <a:t>rejim</a:t>
            </a:r>
            <a:r>
              <a:rPr lang="en-US" dirty="0"/>
              <a:t> –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bo‘lmagan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(rasm, audio)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810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A53BF-61DF-62F5-8886-2753DABC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F9C77-352E-05CE-6399-13088EF46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o'qish</a:t>
            </a:r>
            <a:r>
              <a:rPr lang="en-US" dirty="0"/>
              <a:t> </a:t>
            </a:r>
            <a:r>
              <a:rPr lang="en-US" dirty="0" err="1"/>
              <a:t>rejimida</a:t>
            </a:r>
            <a:r>
              <a:rPr lang="en-US" dirty="0"/>
              <a:t> </a:t>
            </a:r>
            <a:r>
              <a:rPr lang="en-US" dirty="0" err="1"/>
              <a:t>ochamiz</a:t>
            </a:r>
            <a:endParaRPr lang="en-US" dirty="0"/>
          </a:p>
          <a:p>
            <a:r>
              <a:rPr lang="en-US" dirty="0"/>
              <a:t>file = open("namuna.txt", "r")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mazmunini</a:t>
            </a:r>
            <a:r>
              <a:rPr lang="en-US" dirty="0"/>
              <a:t> </a:t>
            </a:r>
            <a:r>
              <a:rPr lang="en-US" dirty="0" err="1"/>
              <a:t>o'qib</a:t>
            </a:r>
            <a:r>
              <a:rPr lang="en-US" dirty="0"/>
              <a:t> </a:t>
            </a:r>
            <a:r>
              <a:rPr lang="en-US" dirty="0" err="1"/>
              <a:t>chiqaramiz</a:t>
            </a:r>
            <a:endParaRPr lang="en-US" dirty="0"/>
          </a:p>
          <a:p>
            <a:r>
              <a:rPr lang="en-US" dirty="0"/>
              <a:t>content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print(content)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yopamiz</a:t>
            </a:r>
            <a:endParaRPr lang="en-US" dirty="0"/>
          </a:p>
          <a:p>
            <a:r>
              <a:rPr lang="en-US" dirty="0" err="1"/>
              <a:t>file.close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69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591AD-EBDD-C6B8-F76F-24A21B6C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168F7-2593-47FA-938C-08DCF0C26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ochamiz</a:t>
            </a:r>
            <a:r>
              <a:rPr lang="en-US" dirty="0"/>
              <a:t> (agar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bo'lmasa</a:t>
            </a:r>
            <a:r>
              <a:rPr lang="en-US" dirty="0"/>
              <a:t>,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yaratiladi</a:t>
            </a:r>
            <a:r>
              <a:rPr lang="en-US" dirty="0"/>
              <a:t>)</a:t>
            </a:r>
          </a:p>
          <a:p>
            <a:r>
              <a:rPr lang="en-US" dirty="0"/>
              <a:t>file = open("namuna.txt", "w")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matn</a:t>
            </a:r>
            <a:r>
              <a:rPr lang="en-US" dirty="0"/>
              <a:t> </a:t>
            </a:r>
            <a:r>
              <a:rPr lang="en-US" dirty="0" err="1"/>
              <a:t>yozamiz</a:t>
            </a:r>
            <a:endParaRPr lang="en-US" dirty="0"/>
          </a:p>
          <a:p>
            <a:r>
              <a:rPr lang="en-US" dirty="0" err="1"/>
              <a:t>file.write</a:t>
            </a:r>
            <a:r>
              <a:rPr lang="en-US" dirty="0"/>
              <a:t>("Salom,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faylga</a:t>
            </a:r>
            <a:r>
              <a:rPr lang="en-US" dirty="0"/>
              <a:t> </a:t>
            </a:r>
            <a:r>
              <a:rPr lang="en-US" dirty="0" err="1"/>
              <a:t>yozilgan</a:t>
            </a:r>
            <a:r>
              <a:rPr lang="en-US" dirty="0"/>
              <a:t> </a:t>
            </a:r>
            <a:r>
              <a:rPr lang="en-US" dirty="0" err="1"/>
              <a:t>matndir</a:t>
            </a:r>
            <a:r>
              <a:rPr lang="en-US" dirty="0"/>
              <a:t>.\n")</a:t>
            </a:r>
          </a:p>
          <a:p>
            <a:r>
              <a:rPr lang="en-US" dirty="0" err="1"/>
              <a:t>file.write</a:t>
            </a:r>
            <a:r>
              <a:rPr lang="en-US" dirty="0"/>
              <a:t>("</a:t>
            </a:r>
            <a:r>
              <a:rPr lang="en-US" dirty="0" err="1"/>
              <a:t>Fayllar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qulay</a:t>
            </a:r>
            <a:r>
              <a:rPr lang="en-US" dirty="0"/>
              <a:t>.\n")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Faylni</a:t>
            </a:r>
            <a:r>
              <a:rPr lang="en-US" dirty="0"/>
              <a:t> </a:t>
            </a:r>
            <a:r>
              <a:rPr lang="en-US" dirty="0" err="1"/>
              <a:t>yopamiz</a:t>
            </a:r>
            <a:endParaRPr lang="en-US" dirty="0"/>
          </a:p>
          <a:p>
            <a:r>
              <a:rPr lang="en-US" dirty="0" err="1"/>
              <a:t>file.close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0380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A0871-80C5-0C67-F8C6-96801345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Foydalanilgan</a:t>
            </a:r>
            <a:r>
              <a:rPr lang="en-US" dirty="0"/>
              <a:t> </a:t>
            </a:r>
            <a:r>
              <a:rPr lang="en-US" dirty="0" err="1"/>
              <a:t>adabiyotlar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90814-A5C3-964A-40A2-F9375EA07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z-Latn-UZ" sz="2400" dirty="0"/>
              <a:t>Mo’minov B.B  Dasturlash I (Darslik).-Toshkent 2021-yil. “Nihol print” 287 bet.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uz-Latn-UZ" sz="2400" dirty="0"/>
              <a:t>B.Mo’minov B.B.Dasturlash. II (Darslik)-Toshkent 2021-yil. “Nihol print”  650 bet.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uz-Latn-UZ" sz="2400" dirty="0"/>
              <a:t>Sh.A.Nazirov, R.V.Qobulov R.V “C va C++ tili”  Voris-nashriyot MCHJ, Toshkent 2013-yil 488.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/>
              <a:t>library.bxu.uz 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kutubxona</a:t>
            </a:r>
            <a:r>
              <a:rPr lang="en-US" dirty="0"/>
              <a:t> </a:t>
            </a:r>
            <a:r>
              <a:rPr lang="en-US" dirty="0" err="1"/>
              <a:t>platformasidan</a:t>
            </a:r>
            <a:r>
              <a:rPr lang="en-US" dirty="0"/>
              <a:t> </a:t>
            </a:r>
            <a:r>
              <a:rPr lang="en-US" dirty="0" err="1"/>
              <a:t>mazkur</a:t>
            </a:r>
            <a:r>
              <a:rPr lang="en-US" dirty="0"/>
              <a:t> </a:t>
            </a:r>
            <a:r>
              <a:rPr lang="en-US" dirty="0" err="1"/>
              <a:t>kitoblarni</a:t>
            </a:r>
            <a:r>
              <a:rPr lang="en-US" dirty="0"/>
              <a:t> </a:t>
            </a:r>
            <a:r>
              <a:rPr lang="en-US" dirty="0" err="1"/>
              <a:t>yuklab</a:t>
            </a:r>
            <a:r>
              <a:rPr lang="en-US" dirty="0"/>
              <a:t> </a:t>
            </a:r>
            <a:r>
              <a:rPr lang="en-US" dirty="0" err="1"/>
              <a:t>olishingiz</a:t>
            </a:r>
            <a:r>
              <a:rPr lang="en-US" dirty="0"/>
              <a:t> </a:t>
            </a:r>
            <a:r>
              <a:rPr lang="en-US" dirty="0" err="1"/>
              <a:t>mumkin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73977AA-BA72-B0A2-D2E6-44654182D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921295"/>
              </p:ext>
            </p:extLst>
          </p:nvPr>
        </p:nvGraphicFramePr>
        <p:xfrm>
          <a:off x="3278909" y="5800436"/>
          <a:ext cx="2456874" cy="694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6874">
                  <a:extLst>
                    <a:ext uri="{9D8B030D-6E8A-4147-A177-3AD203B41FA5}">
                      <a16:colId xmlns:a16="http://schemas.microsoft.com/office/drawing/2014/main" val="1474122362"/>
                    </a:ext>
                  </a:extLst>
                </a:gridCol>
              </a:tblGrid>
              <a:tr h="6949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0280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589283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{1071283A-4EC5-4574-AF80-25AC621EA5FF}TF49310879-45c6-4d72-870a-c20bc0dca33226a4735b-72ede3746b71</Template>
  <TotalTime>47</TotalTime>
  <Words>1459</Words>
  <Application>Microsoft Office PowerPoint</Application>
  <PresentationFormat>Широкоэкранный</PresentationFormat>
  <Paragraphs>113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Times New Roman</vt:lpstr>
      <vt:lpstr>След самолета</vt:lpstr>
      <vt:lpstr>Fayllar bilan ishlash (I qism) </vt:lpstr>
      <vt:lpstr>Reja:</vt:lpstr>
      <vt:lpstr>Matnli fayllar haqida tushuncha</vt:lpstr>
      <vt:lpstr>Matnli fayllar haqida tushuncha</vt:lpstr>
      <vt:lpstr>Python — Matnli fayllar bilan ishlash kodlari</vt:lpstr>
      <vt:lpstr>Python — Matnli fayllar bilan ishlash kodlari</vt:lpstr>
      <vt:lpstr>Fayllar va oqimlar</vt:lpstr>
      <vt:lpstr>Fayllar va oqimlar</vt:lpstr>
      <vt:lpstr>Python — Fayllar va oqimlar</vt:lpstr>
      <vt:lpstr>Python — Fayllar va oqimlar</vt:lpstr>
      <vt:lpstr>Fayllarga yozish va o‘qish</vt:lpstr>
      <vt:lpstr>Fayllarga yozish va o‘qish</vt:lpstr>
      <vt:lpstr>Fayllarga yozish va o‘qish</vt:lpstr>
      <vt:lpstr>Презентация PowerPoint</vt:lpstr>
      <vt:lpstr>Презентация PowerPoint</vt:lpstr>
      <vt:lpstr>Foydalanilgan adabiyotlar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BXU</dc:creator>
  <cp:lastModifiedBy>BXU</cp:lastModifiedBy>
  <cp:revision>2</cp:revision>
  <dcterms:created xsi:type="dcterms:W3CDTF">2025-12-06T08:02:17Z</dcterms:created>
  <dcterms:modified xsi:type="dcterms:W3CDTF">2025-12-06T08:51:21Z</dcterms:modified>
</cp:coreProperties>
</file>