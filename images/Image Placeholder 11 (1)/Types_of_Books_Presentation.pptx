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Types of Books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Different Categories of Literature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Books are a gateway to knowledge, imagination, and entertainment.</a:t>
            </a:r>
          </a:p>
          <a:p>
            <a:r>
              <a:t>• They come in various types, each serving different purposes and audiences.</a:t>
            </a:r>
          </a:p>
          <a:p>
            <a:r>
              <a:t>• In this presentation, we will explore different types of books.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Fiction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Fiction books contain stories created from the imagination.</a:t>
            </a:r>
          </a:p>
          <a:p>
            <a:r>
              <a:t>• Popular Genres:</a:t>
            </a:r>
          </a:p>
          <a:p>
            <a:r>
              <a:t>  - Fantasy: Harry Potter by J.K. Rowling</a:t>
            </a:r>
          </a:p>
          <a:p>
            <a:r>
              <a:t>  - Science Fiction: Dune by Frank Herbert</a:t>
            </a:r>
          </a:p>
          <a:p>
            <a:r>
              <a:t>  - Mystery: Sherlock Holmes by Arthur Conan Doyle</a:t>
            </a:r>
          </a:p>
          <a:p>
            <a:r>
              <a:t>  - Romance: Pride and Prejudice by Jane Austen</a:t>
            </a:r>
          </a:p>
          <a:p>
            <a:r>
              <a:t>  - Horror: It by Stephen 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Non-Fiction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Books based on real facts, events, and people.</a:t>
            </a:r>
          </a:p>
          <a:p>
            <a:r>
              <a:t>• Examples:</a:t>
            </a:r>
          </a:p>
          <a:p>
            <a:r>
              <a:t>  - Biographies: The Diary of a Young Girl by Anne Frank</a:t>
            </a:r>
          </a:p>
          <a:p>
            <a:r>
              <a:t>  - Self-Help: Atomic Habits by James Clear</a:t>
            </a:r>
          </a:p>
          <a:p>
            <a:r>
              <a:t>  - History: Sapiens by Yuval Noah Harari</a:t>
            </a:r>
          </a:p>
          <a:p>
            <a:r>
              <a:t>  - Science: A Brief History of Time by Stephen Hawking</a:t>
            </a:r>
          </a:p>
          <a:p>
            <a:r>
              <a:t>  - Travel: Into the Wild by Jon Krakauer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and Educational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Textbooks – Used in schools and universities.</a:t>
            </a:r>
          </a:p>
          <a:p>
            <a:r>
              <a:t>• Reference Books – Dictionaries, encyclopedias, and atlases.</a:t>
            </a:r>
          </a:p>
          <a:p>
            <a:r>
              <a:t>• Research Papers &amp; Journals – Used by scholars and professionals.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Children's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Picture Books – The Very Hungry Caterpillar by Eric Carle</a:t>
            </a:r>
          </a:p>
          <a:p>
            <a:r>
              <a:t>• Fairy Tales &amp; Fables – Cinderella</a:t>
            </a:r>
          </a:p>
          <a:p>
            <a:r>
              <a:t>• Young Adult (YA) Books – The Hunger Games by Suzanne Collins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Religious and Spiritual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Bible (Christianity)</a:t>
            </a:r>
          </a:p>
          <a:p>
            <a:r>
              <a:t>• The Quran (Islam)</a:t>
            </a:r>
          </a:p>
          <a:p>
            <a:r>
              <a:t>• The Bhagavad Gita (Hinduism)</a:t>
            </a:r>
          </a:p>
          <a:p>
            <a:r>
              <a:t>• The Torah (Judaism)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Poetry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Express emotions and ideas through verse and rhythm.</a:t>
            </a:r>
          </a:p>
          <a:p>
            <a:r>
              <a:t>• Examples:</a:t>
            </a:r>
          </a:p>
          <a:p>
            <a:r>
              <a:t>  - The Sun and Her Flowers by Rupi Kaur</a:t>
            </a:r>
          </a:p>
          <a:p>
            <a:r>
              <a:t>  - Leaves of Grass by Walt Whitman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Graphic Novels and Comics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Graphic Novels – Maus by Art Spiegelman</a:t>
            </a:r>
          </a:p>
          <a:p>
            <a:r>
              <a:t>• Comics – Spider-Man by Marvel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Books cater to diverse interests and learning needs.</a:t>
            </a:r>
          </a:p>
          <a:p>
            <a:r>
              <a:t>• Everyone can find a book type that suits their taste and preferences.</a:t>
            </a:r>
          </a:p>
          <a:p>
            <a:r>
              <a:t>• Keep reading and exploring new books!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