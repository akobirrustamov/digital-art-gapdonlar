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"/>
  </p:notesMasterIdLst>
  <p:handoutMasterIdLst>
    <p:handoutMasterId r:id="rId3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8288000" cy="10287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Paytone One" panose="020B0604020202020204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14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830890-EAD8-4065-B6BC-7E092ACC4CEA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CB7711-5043-46B9-84B0-12FFA4FAD76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FC2D79CA-D402-4B4A-9E5D-52B770798A2B}" type="parTrans" cxnId="{90BC7206-7029-4979-BAD5-89A388CE3731}">
      <dgm:prSet/>
      <dgm:spPr/>
      <dgm:t>
        <a:bodyPr/>
        <a:lstStyle/>
        <a:p>
          <a:endParaRPr lang="en-US"/>
        </a:p>
      </dgm:t>
    </dgm:pt>
    <dgm:pt modelId="{403A5920-B8C3-406A-A269-B35A42759AB7}" type="sibTrans" cxnId="{90BC7206-7029-4979-BAD5-89A388CE3731}">
      <dgm:prSet/>
      <dgm:spPr/>
      <dgm:t>
        <a:bodyPr/>
        <a:lstStyle/>
        <a:p>
          <a:endParaRPr lang="en-US"/>
        </a:p>
      </dgm:t>
    </dgm:pt>
    <dgm:pt modelId="{A61AF49D-07F3-40FA-A769-779BC55A9C1D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9D78C9A8-14C2-4398-9EA0-9B14C4489218}" type="parTrans" cxnId="{43AE5D85-D5F3-40EF-AC6D-257D16351663}">
      <dgm:prSet/>
      <dgm:spPr/>
      <dgm:t>
        <a:bodyPr/>
        <a:lstStyle/>
        <a:p>
          <a:endParaRPr lang="en-US"/>
        </a:p>
      </dgm:t>
    </dgm:pt>
    <dgm:pt modelId="{127EFD47-B947-4C2D-ADC1-12F1ECF135C8}" type="sibTrans" cxnId="{43AE5D85-D5F3-40EF-AC6D-257D16351663}">
      <dgm:prSet/>
      <dgm:spPr/>
      <dgm:t>
        <a:bodyPr/>
        <a:lstStyle/>
        <a:p>
          <a:endParaRPr lang="en-US"/>
        </a:p>
      </dgm:t>
    </dgm:pt>
    <dgm:pt modelId="{8633D457-9EC4-499D-8AF2-96AFEDE279BA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4E8A7632-6B7D-4820-966E-1C4AC35EF8BA}" type="parTrans" cxnId="{52898129-9981-462F-BB89-C2B00F809E54}">
      <dgm:prSet/>
      <dgm:spPr/>
      <dgm:t>
        <a:bodyPr/>
        <a:lstStyle/>
        <a:p>
          <a:endParaRPr lang="en-US"/>
        </a:p>
      </dgm:t>
    </dgm:pt>
    <dgm:pt modelId="{E42A969C-BB2B-47CC-8D91-8D6015599BD6}" type="sibTrans" cxnId="{52898129-9981-462F-BB89-C2B00F809E54}">
      <dgm:prSet/>
      <dgm:spPr/>
      <dgm:t>
        <a:bodyPr/>
        <a:lstStyle/>
        <a:p>
          <a:endParaRPr lang="en-US"/>
        </a:p>
      </dgm:t>
    </dgm:pt>
    <dgm:pt modelId="{08C74BF7-2685-4572-B21D-A8990A735A11}" type="pres">
      <dgm:prSet presAssocID="{FA830890-EAD8-4065-B6BC-7E092ACC4CEA}" presName="Name0" presStyleCnt="0">
        <dgm:presLayoutVars>
          <dgm:dir/>
          <dgm:resizeHandles val="exact"/>
        </dgm:presLayoutVars>
      </dgm:prSet>
      <dgm:spPr/>
    </dgm:pt>
    <dgm:pt modelId="{DB990878-A6CA-4759-BE97-5473941173F0}" type="pres">
      <dgm:prSet presAssocID="{FFCB7711-5043-46B9-84B0-12FFA4FAD769}" presName="node" presStyleLbl="node1" presStyleIdx="0" presStyleCnt="3" custScaleX="143101" custScaleY="136507" custRadScaleRad="75601">
        <dgm:presLayoutVars>
          <dgm:bulletEnabled val="1"/>
        </dgm:presLayoutVars>
      </dgm:prSet>
      <dgm:spPr/>
    </dgm:pt>
    <dgm:pt modelId="{AF809D73-78A6-430A-9A30-96B66F6097F5}" type="pres">
      <dgm:prSet presAssocID="{403A5920-B8C3-406A-A269-B35A42759AB7}" presName="sibTrans" presStyleLbl="sibTrans2D1" presStyleIdx="0" presStyleCnt="3"/>
      <dgm:spPr/>
    </dgm:pt>
    <dgm:pt modelId="{AFF78A41-BC92-4AFC-A107-C3B97D001F98}" type="pres">
      <dgm:prSet presAssocID="{403A5920-B8C3-406A-A269-B35A42759AB7}" presName="connectorText" presStyleLbl="sibTrans2D1" presStyleIdx="0" presStyleCnt="3"/>
      <dgm:spPr/>
    </dgm:pt>
    <dgm:pt modelId="{20D45CB1-8DBF-453B-A78E-BAE498D9DB28}" type="pres">
      <dgm:prSet presAssocID="{A61AF49D-07F3-40FA-A769-779BC55A9C1D}" presName="node" presStyleLbl="node1" presStyleIdx="1" presStyleCnt="3" custScaleX="143101" custScaleY="136507" custRadScaleRad="136881" custRadScaleInc="-16126">
        <dgm:presLayoutVars>
          <dgm:bulletEnabled val="1"/>
        </dgm:presLayoutVars>
      </dgm:prSet>
      <dgm:spPr/>
    </dgm:pt>
    <dgm:pt modelId="{E5D368F9-C434-4557-B2DA-92B84BACAEA7}" type="pres">
      <dgm:prSet presAssocID="{127EFD47-B947-4C2D-ADC1-12F1ECF135C8}" presName="sibTrans" presStyleLbl="sibTrans2D1" presStyleIdx="1" presStyleCnt="3"/>
      <dgm:spPr/>
    </dgm:pt>
    <dgm:pt modelId="{8C301545-C8F2-4779-AC17-6F328C7F08D5}" type="pres">
      <dgm:prSet presAssocID="{127EFD47-B947-4C2D-ADC1-12F1ECF135C8}" presName="connectorText" presStyleLbl="sibTrans2D1" presStyleIdx="1" presStyleCnt="3"/>
      <dgm:spPr/>
    </dgm:pt>
    <dgm:pt modelId="{261DDB71-0A3A-4E31-A8FB-833DE8DC664F}" type="pres">
      <dgm:prSet presAssocID="{8633D457-9EC4-499D-8AF2-96AFEDE279BA}" presName="node" presStyleLbl="node1" presStyleIdx="2" presStyleCnt="3" custScaleX="143101" custScaleY="136507" custRadScaleRad="128269" custRadScaleInc="12555">
        <dgm:presLayoutVars>
          <dgm:bulletEnabled val="1"/>
        </dgm:presLayoutVars>
      </dgm:prSet>
      <dgm:spPr/>
    </dgm:pt>
    <dgm:pt modelId="{CA8722A6-E201-4211-B323-85558E2024ED}" type="pres">
      <dgm:prSet presAssocID="{E42A969C-BB2B-47CC-8D91-8D6015599BD6}" presName="sibTrans" presStyleLbl="sibTrans2D1" presStyleIdx="2" presStyleCnt="3"/>
      <dgm:spPr/>
    </dgm:pt>
    <dgm:pt modelId="{8F14B716-687E-4368-91CD-4419BE29BB43}" type="pres">
      <dgm:prSet presAssocID="{E42A969C-BB2B-47CC-8D91-8D6015599BD6}" presName="connectorText" presStyleLbl="sibTrans2D1" presStyleIdx="2" presStyleCnt="3"/>
      <dgm:spPr/>
    </dgm:pt>
  </dgm:ptLst>
  <dgm:cxnLst>
    <dgm:cxn modelId="{90BC7206-7029-4979-BAD5-89A388CE3731}" srcId="{FA830890-EAD8-4065-B6BC-7E092ACC4CEA}" destId="{FFCB7711-5043-46B9-84B0-12FFA4FAD769}" srcOrd="0" destOrd="0" parTransId="{FC2D79CA-D402-4B4A-9E5D-52B770798A2B}" sibTransId="{403A5920-B8C3-406A-A269-B35A42759AB7}"/>
    <dgm:cxn modelId="{1402F712-3334-496E-BAA6-20EC932B1732}" type="presOf" srcId="{FFCB7711-5043-46B9-84B0-12FFA4FAD769}" destId="{DB990878-A6CA-4759-BE97-5473941173F0}" srcOrd="0" destOrd="0" presId="urn:microsoft.com/office/officeart/2005/8/layout/cycle7"/>
    <dgm:cxn modelId="{52898129-9981-462F-BB89-C2B00F809E54}" srcId="{FA830890-EAD8-4065-B6BC-7E092ACC4CEA}" destId="{8633D457-9EC4-499D-8AF2-96AFEDE279BA}" srcOrd="2" destOrd="0" parTransId="{4E8A7632-6B7D-4820-966E-1C4AC35EF8BA}" sibTransId="{E42A969C-BB2B-47CC-8D91-8D6015599BD6}"/>
    <dgm:cxn modelId="{2937583D-B187-432B-8F92-A1A473D1B869}" type="presOf" srcId="{403A5920-B8C3-406A-A269-B35A42759AB7}" destId="{AF809D73-78A6-430A-9A30-96B66F6097F5}" srcOrd="0" destOrd="0" presId="urn:microsoft.com/office/officeart/2005/8/layout/cycle7"/>
    <dgm:cxn modelId="{F7910D5F-9960-4586-8BDC-66DEEB62F64F}" type="presOf" srcId="{E42A969C-BB2B-47CC-8D91-8D6015599BD6}" destId="{8F14B716-687E-4368-91CD-4419BE29BB43}" srcOrd="1" destOrd="0" presId="urn:microsoft.com/office/officeart/2005/8/layout/cycle7"/>
    <dgm:cxn modelId="{78693E76-604E-454C-8637-103269A509BC}" type="presOf" srcId="{A61AF49D-07F3-40FA-A769-779BC55A9C1D}" destId="{20D45CB1-8DBF-453B-A78E-BAE498D9DB28}" srcOrd="0" destOrd="0" presId="urn:microsoft.com/office/officeart/2005/8/layout/cycle7"/>
    <dgm:cxn modelId="{43AE5D85-D5F3-40EF-AC6D-257D16351663}" srcId="{FA830890-EAD8-4065-B6BC-7E092ACC4CEA}" destId="{A61AF49D-07F3-40FA-A769-779BC55A9C1D}" srcOrd="1" destOrd="0" parTransId="{9D78C9A8-14C2-4398-9EA0-9B14C4489218}" sibTransId="{127EFD47-B947-4C2D-ADC1-12F1ECF135C8}"/>
    <dgm:cxn modelId="{E224119F-B839-4FFA-A321-398699B443BD}" type="presOf" srcId="{FA830890-EAD8-4065-B6BC-7E092ACC4CEA}" destId="{08C74BF7-2685-4572-B21D-A8990A735A11}" srcOrd="0" destOrd="0" presId="urn:microsoft.com/office/officeart/2005/8/layout/cycle7"/>
    <dgm:cxn modelId="{A05F1FA5-25D7-4A5D-8B0A-E5890AEC3270}" type="presOf" srcId="{127EFD47-B947-4C2D-ADC1-12F1ECF135C8}" destId="{8C301545-C8F2-4779-AC17-6F328C7F08D5}" srcOrd="1" destOrd="0" presId="urn:microsoft.com/office/officeart/2005/8/layout/cycle7"/>
    <dgm:cxn modelId="{C10DE6AD-C5AC-489B-9CAD-F30949ACB868}" type="presOf" srcId="{403A5920-B8C3-406A-A269-B35A42759AB7}" destId="{AFF78A41-BC92-4AFC-A107-C3B97D001F98}" srcOrd="1" destOrd="0" presId="urn:microsoft.com/office/officeart/2005/8/layout/cycle7"/>
    <dgm:cxn modelId="{3DBE52C5-746F-40C8-B123-1E5A4A1DE617}" type="presOf" srcId="{127EFD47-B947-4C2D-ADC1-12F1ECF135C8}" destId="{E5D368F9-C434-4557-B2DA-92B84BACAEA7}" srcOrd="0" destOrd="0" presId="urn:microsoft.com/office/officeart/2005/8/layout/cycle7"/>
    <dgm:cxn modelId="{FA0959DD-E493-4F17-9442-57D21B6A81BE}" type="presOf" srcId="{E42A969C-BB2B-47CC-8D91-8D6015599BD6}" destId="{CA8722A6-E201-4211-B323-85558E2024ED}" srcOrd="0" destOrd="0" presId="urn:microsoft.com/office/officeart/2005/8/layout/cycle7"/>
    <dgm:cxn modelId="{594715EC-B3FB-4794-9E9E-22C6B59DCCCD}" type="presOf" srcId="{8633D457-9EC4-499D-8AF2-96AFEDE279BA}" destId="{261DDB71-0A3A-4E31-A8FB-833DE8DC664F}" srcOrd="0" destOrd="0" presId="urn:microsoft.com/office/officeart/2005/8/layout/cycle7"/>
    <dgm:cxn modelId="{A2C3FE1F-938F-40CE-BEC3-01C84DAA7403}" type="presParOf" srcId="{08C74BF7-2685-4572-B21D-A8990A735A11}" destId="{DB990878-A6CA-4759-BE97-5473941173F0}" srcOrd="0" destOrd="0" presId="urn:microsoft.com/office/officeart/2005/8/layout/cycle7"/>
    <dgm:cxn modelId="{D51F5E64-0220-4556-B48C-35FEC98BD6E6}" type="presParOf" srcId="{08C74BF7-2685-4572-B21D-A8990A735A11}" destId="{AF809D73-78A6-430A-9A30-96B66F6097F5}" srcOrd="1" destOrd="0" presId="urn:microsoft.com/office/officeart/2005/8/layout/cycle7"/>
    <dgm:cxn modelId="{06DCDA86-4FCF-4AE6-87AD-56C352B194F0}" type="presParOf" srcId="{AF809D73-78A6-430A-9A30-96B66F6097F5}" destId="{AFF78A41-BC92-4AFC-A107-C3B97D001F98}" srcOrd="0" destOrd="0" presId="urn:microsoft.com/office/officeart/2005/8/layout/cycle7"/>
    <dgm:cxn modelId="{900B10A7-2F36-4EE8-906B-6445E80A26E8}" type="presParOf" srcId="{08C74BF7-2685-4572-B21D-A8990A735A11}" destId="{20D45CB1-8DBF-453B-A78E-BAE498D9DB28}" srcOrd="2" destOrd="0" presId="urn:microsoft.com/office/officeart/2005/8/layout/cycle7"/>
    <dgm:cxn modelId="{5D52CBD9-E73D-4BEE-9CDC-63397A7A198A}" type="presParOf" srcId="{08C74BF7-2685-4572-B21D-A8990A735A11}" destId="{E5D368F9-C434-4557-B2DA-92B84BACAEA7}" srcOrd="3" destOrd="0" presId="urn:microsoft.com/office/officeart/2005/8/layout/cycle7"/>
    <dgm:cxn modelId="{11B965CE-63E1-4A69-9476-1E46EA6AD2B4}" type="presParOf" srcId="{E5D368F9-C434-4557-B2DA-92B84BACAEA7}" destId="{8C301545-C8F2-4779-AC17-6F328C7F08D5}" srcOrd="0" destOrd="0" presId="urn:microsoft.com/office/officeart/2005/8/layout/cycle7"/>
    <dgm:cxn modelId="{FFA886BC-3BBD-4BA1-ADB5-2EE10108391D}" type="presParOf" srcId="{08C74BF7-2685-4572-B21D-A8990A735A11}" destId="{261DDB71-0A3A-4E31-A8FB-833DE8DC664F}" srcOrd="4" destOrd="0" presId="urn:microsoft.com/office/officeart/2005/8/layout/cycle7"/>
    <dgm:cxn modelId="{41D5ABA9-1E1D-494B-BC11-5A4397FC382C}" type="presParOf" srcId="{08C74BF7-2685-4572-B21D-A8990A735A11}" destId="{CA8722A6-E201-4211-B323-85558E2024ED}" srcOrd="5" destOrd="0" presId="urn:microsoft.com/office/officeart/2005/8/layout/cycle7"/>
    <dgm:cxn modelId="{BAEBB802-D88B-4C14-96AA-7629A32D9C56}" type="presParOf" srcId="{CA8722A6-E201-4211-B323-85558E2024ED}" destId="{8F14B716-687E-4368-91CD-4419BE29BB43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74164-C838-4D2F-B71E-DD9AAE89AE5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05B0BB-7EDA-49BC-AF29-408E6E1C60FE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F80724A4-9576-49D1-ADF8-64EFCD4C274D}" type="parTrans" cxnId="{9B8C9AD2-D8F1-4C3B-9413-C20DEE1B4A9B}">
      <dgm:prSet/>
      <dgm:spPr/>
      <dgm:t>
        <a:bodyPr/>
        <a:lstStyle/>
        <a:p>
          <a:endParaRPr lang="en-US"/>
        </a:p>
      </dgm:t>
    </dgm:pt>
    <dgm:pt modelId="{C4F0EFD9-DF94-43DD-8DAA-2C76B3254246}" type="sibTrans" cxnId="{9B8C9AD2-D8F1-4C3B-9413-C20DEE1B4A9B}">
      <dgm:prSet/>
      <dgm:spPr/>
      <dgm:t>
        <a:bodyPr/>
        <a:lstStyle/>
        <a:p>
          <a:endParaRPr lang="en-US"/>
        </a:p>
      </dgm:t>
    </dgm:pt>
    <dgm:pt modelId="{619FF61E-1D4B-4045-A224-88BA59FC22C0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2E890EA4-9BA6-4B2C-8806-74A46E11434B}" type="parTrans" cxnId="{544B922E-0656-476E-A9B9-CC0E9EEA2686}">
      <dgm:prSet/>
      <dgm:spPr/>
      <dgm:t>
        <a:bodyPr/>
        <a:lstStyle/>
        <a:p>
          <a:endParaRPr lang="en-US"/>
        </a:p>
      </dgm:t>
    </dgm:pt>
    <dgm:pt modelId="{1B1ED518-3FA0-4D32-9BA8-B66926EA86A5}" type="sibTrans" cxnId="{544B922E-0656-476E-A9B9-CC0E9EEA2686}">
      <dgm:prSet/>
      <dgm:spPr/>
      <dgm:t>
        <a:bodyPr/>
        <a:lstStyle/>
        <a:p>
          <a:endParaRPr lang="en-US"/>
        </a:p>
      </dgm:t>
    </dgm:pt>
    <dgm:pt modelId="{2E47655F-30C9-4796-94E9-B438169468F5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67D3BB19-694F-4A30-87F2-F6867A42C532}" type="parTrans" cxnId="{24986230-F399-4EB4-83EB-F02B722D4ABC}">
      <dgm:prSet/>
      <dgm:spPr/>
      <dgm:t>
        <a:bodyPr/>
        <a:lstStyle/>
        <a:p>
          <a:endParaRPr lang="en-US"/>
        </a:p>
      </dgm:t>
    </dgm:pt>
    <dgm:pt modelId="{F3AC64C2-FDFA-42A4-9664-11E834E644E9}" type="sibTrans" cxnId="{24986230-F399-4EB4-83EB-F02B722D4ABC}">
      <dgm:prSet/>
      <dgm:spPr/>
      <dgm:t>
        <a:bodyPr/>
        <a:lstStyle/>
        <a:p>
          <a:endParaRPr lang="en-US"/>
        </a:p>
      </dgm:t>
    </dgm:pt>
    <dgm:pt modelId="{A2B5F4C4-97F0-4397-9AEA-72B43280D2DB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66ABB7C2-64D8-4D79-AC3C-12ACADD3737B}" type="parTrans" cxnId="{F4047A22-046B-4CC1-889A-827CE65021D5}">
      <dgm:prSet/>
      <dgm:spPr/>
      <dgm:t>
        <a:bodyPr/>
        <a:lstStyle/>
        <a:p>
          <a:endParaRPr lang="en-US"/>
        </a:p>
      </dgm:t>
    </dgm:pt>
    <dgm:pt modelId="{AD7942CD-B60D-4978-8E8A-F14D12BCDD17}" type="sibTrans" cxnId="{F4047A22-046B-4CC1-889A-827CE65021D5}">
      <dgm:prSet/>
      <dgm:spPr/>
      <dgm:t>
        <a:bodyPr/>
        <a:lstStyle/>
        <a:p>
          <a:endParaRPr lang="en-US"/>
        </a:p>
      </dgm:t>
    </dgm:pt>
    <dgm:pt modelId="{5EF594B6-9D76-4F3F-A13E-1CBEAE906CAF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9A5FC19E-B3E9-4C41-B0D9-541B0AC1D834}" type="parTrans" cxnId="{D721ACC1-6D43-4996-85BE-C7317511A491}">
      <dgm:prSet/>
      <dgm:spPr/>
      <dgm:t>
        <a:bodyPr/>
        <a:lstStyle/>
        <a:p>
          <a:endParaRPr lang="en-US"/>
        </a:p>
      </dgm:t>
    </dgm:pt>
    <dgm:pt modelId="{41F30D30-D272-4DAF-BF0D-6B333932C2C7}" type="sibTrans" cxnId="{D721ACC1-6D43-4996-85BE-C7317511A491}">
      <dgm:prSet/>
      <dgm:spPr/>
      <dgm:t>
        <a:bodyPr/>
        <a:lstStyle/>
        <a:p>
          <a:endParaRPr lang="en-US"/>
        </a:p>
      </dgm:t>
    </dgm:pt>
    <dgm:pt modelId="{D117452C-3AC0-4A3C-8C3E-F13DD57E290F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B533C3C-ADDE-4C48-9877-5EA9D6E0755B}" type="parTrans" cxnId="{A5A06AE6-F6C6-4746-8A7D-5BFECC088A2D}">
      <dgm:prSet/>
      <dgm:spPr/>
      <dgm:t>
        <a:bodyPr/>
        <a:lstStyle/>
        <a:p>
          <a:endParaRPr lang="en-US"/>
        </a:p>
      </dgm:t>
    </dgm:pt>
    <dgm:pt modelId="{3DC72023-A817-4ABA-AD9C-686186E7C97E}" type="sibTrans" cxnId="{A5A06AE6-F6C6-4746-8A7D-5BFECC088A2D}">
      <dgm:prSet/>
      <dgm:spPr/>
      <dgm:t>
        <a:bodyPr/>
        <a:lstStyle/>
        <a:p>
          <a:endParaRPr lang="en-US"/>
        </a:p>
      </dgm:t>
    </dgm:pt>
    <dgm:pt modelId="{136F6AFF-0184-455B-A190-3D73DD894D12}" type="pres">
      <dgm:prSet presAssocID="{E5374164-C838-4D2F-B71E-DD9AAE89AE5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30ED0D-300C-43B7-9C22-87D9B8C24968}" type="pres">
      <dgm:prSet presAssocID="{8405B0BB-7EDA-49BC-AF29-408E6E1C60FE}" presName="root" presStyleCnt="0"/>
      <dgm:spPr/>
    </dgm:pt>
    <dgm:pt modelId="{3B240256-68EE-4E3D-B935-125B2EE93996}" type="pres">
      <dgm:prSet presAssocID="{8405B0BB-7EDA-49BC-AF29-408E6E1C60FE}" presName="rootComposite" presStyleCnt="0"/>
      <dgm:spPr/>
    </dgm:pt>
    <dgm:pt modelId="{2EABC0AB-F643-4BE2-B53E-2680BA8056C6}" type="pres">
      <dgm:prSet presAssocID="{8405B0BB-7EDA-49BC-AF29-408E6E1C60FE}" presName="rootText" presStyleLbl="node1" presStyleIdx="0" presStyleCnt="2" custScaleX="163492" custLinFactNeighborX="-13403"/>
      <dgm:spPr/>
    </dgm:pt>
    <dgm:pt modelId="{D3EBB430-ED1B-4575-AB71-EA1228C9BE93}" type="pres">
      <dgm:prSet presAssocID="{8405B0BB-7EDA-49BC-AF29-408E6E1C60FE}" presName="rootConnector" presStyleLbl="node1" presStyleIdx="0" presStyleCnt="2"/>
      <dgm:spPr/>
    </dgm:pt>
    <dgm:pt modelId="{CD334BFF-6611-4D5E-9665-99E43BD77EFD}" type="pres">
      <dgm:prSet presAssocID="{8405B0BB-7EDA-49BC-AF29-408E6E1C60FE}" presName="childShape" presStyleCnt="0"/>
      <dgm:spPr/>
    </dgm:pt>
    <dgm:pt modelId="{A82682C7-0B2C-4483-9729-5FD19D5D75B9}" type="pres">
      <dgm:prSet presAssocID="{2E890EA4-9BA6-4B2C-8806-74A46E11434B}" presName="Name13" presStyleLbl="parChTrans1D2" presStyleIdx="0" presStyleCnt="4"/>
      <dgm:spPr/>
    </dgm:pt>
    <dgm:pt modelId="{8D7403E3-91B9-48A8-87B5-9B3BDC83F038}" type="pres">
      <dgm:prSet presAssocID="{619FF61E-1D4B-4045-A224-88BA59FC22C0}" presName="childText" presStyleLbl="bgAcc1" presStyleIdx="0" presStyleCnt="4" custScaleX="205186" custLinFactNeighborX="-16753">
        <dgm:presLayoutVars>
          <dgm:bulletEnabled val="1"/>
        </dgm:presLayoutVars>
      </dgm:prSet>
      <dgm:spPr/>
    </dgm:pt>
    <dgm:pt modelId="{0E35C541-5FB1-4927-822D-00369737A66B}" type="pres">
      <dgm:prSet presAssocID="{67D3BB19-694F-4A30-87F2-F6867A42C532}" presName="Name13" presStyleLbl="parChTrans1D2" presStyleIdx="1" presStyleCnt="4"/>
      <dgm:spPr/>
    </dgm:pt>
    <dgm:pt modelId="{5D6C08D1-C6C4-4F9F-87EB-1643CDB5CD23}" type="pres">
      <dgm:prSet presAssocID="{2E47655F-30C9-4796-94E9-B438169468F5}" presName="childText" presStyleLbl="bgAcc1" presStyleIdx="1" presStyleCnt="4" custScaleX="205186" custLinFactNeighborX="-16431" custLinFactNeighborY="-2312">
        <dgm:presLayoutVars>
          <dgm:bulletEnabled val="1"/>
        </dgm:presLayoutVars>
      </dgm:prSet>
      <dgm:spPr/>
    </dgm:pt>
    <dgm:pt modelId="{043DC0EC-83D6-4B89-B94C-C7FF08257E43}" type="pres">
      <dgm:prSet presAssocID="{A2B5F4C4-97F0-4397-9AEA-72B43280D2DB}" presName="root" presStyleCnt="0"/>
      <dgm:spPr/>
    </dgm:pt>
    <dgm:pt modelId="{9F96DF20-6464-48E5-8133-10AAD94CC4FE}" type="pres">
      <dgm:prSet presAssocID="{A2B5F4C4-97F0-4397-9AEA-72B43280D2DB}" presName="rootComposite" presStyleCnt="0"/>
      <dgm:spPr/>
    </dgm:pt>
    <dgm:pt modelId="{9F91AB57-C3EE-4EB4-8564-CD040B3E5265}" type="pres">
      <dgm:prSet presAssocID="{A2B5F4C4-97F0-4397-9AEA-72B43280D2DB}" presName="rootText" presStyleLbl="node1" presStyleIdx="1" presStyleCnt="2" custScaleX="163492" custLinFactNeighborX="8469" custLinFactNeighborY="581"/>
      <dgm:spPr/>
    </dgm:pt>
    <dgm:pt modelId="{F0CEA0B3-56C5-48A8-B806-335A6FDC8A02}" type="pres">
      <dgm:prSet presAssocID="{A2B5F4C4-97F0-4397-9AEA-72B43280D2DB}" presName="rootConnector" presStyleLbl="node1" presStyleIdx="1" presStyleCnt="2"/>
      <dgm:spPr/>
    </dgm:pt>
    <dgm:pt modelId="{F5F4AF20-7237-4242-A580-37006A6B7604}" type="pres">
      <dgm:prSet presAssocID="{A2B5F4C4-97F0-4397-9AEA-72B43280D2DB}" presName="childShape" presStyleCnt="0"/>
      <dgm:spPr/>
    </dgm:pt>
    <dgm:pt modelId="{32AAFD21-0965-459C-95DB-DE8FBDB36820}" type="pres">
      <dgm:prSet presAssocID="{9A5FC19E-B3E9-4C41-B0D9-541B0AC1D834}" presName="Name13" presStyleLbl="parChTrans1D2" presStyleIdx="2" presStyleCnt="4"/>
      <dgm:spPr/>
    </dgm:pt>
    <dgm:pt modelId="{52AD8314-C5EB-4921-9E6F-AC31FF0D4790}" type="pres">
      <dgm:prSet presAssocID="{5EF594B6-9D76-4F3F-A13E-1CBEAE906CAF}" presName="childText" presStyleLbl="bgAcc1" presStyleIdx="2" presStyleCnt="4" custScaleX="205186" custLinFactNeighborX="10584" custLinFactNeighborY="-2115">
        <dgm:presLayoutVars>
          <dgm:bulletEnabled val="1"/>
        </dgm:presLayoutVars>
      </dgm:prSet>
      <dgm:spPr/>
    </dgm:pt>
    <dgm:pt modelId="{57FDD5F3-7A4C-4108-8E8C-F0691467D490}" type="pres">
      <dgm:prSet presAssocID="{AB533C3C-ADDE-4C48-9877-5EA9D6E0755B}" presName="Name13" presStyleLbl="parChTrans1D2" presStyleIdx="3" presStyleCnt="4"/>
      <dgm:spPr/>
    </dgm:pt>
    <dgm:pt modelId="{42B2EF47-27B6-4B95-AF5D-EB882F3AAEFF}" type="pres">
      <dgm:prSet presAssocID="{D117452C-3AC0-4A3C-8C3E-F13DD57E290F}" presName="childText" presStyleLbl="bgAcc1" presStyleIdx="3" presStyleCnt="4" custScaleX="205186" custLinFactNeighborX="10584" custLinFactNeighborY="-2115">
        <dgm:presLayoutVars>
          <dgm:bulletEnabled val="1"/>
        </dgm:presLayoutVars>
      </dgm:prSet>
      <dgm:spPr/>
    </dgm:pt>
  </dgm:ptLst>
  <dgm:cxnLst>
    <dgm:cxn modelId="{0C738E0A-318E-44BA-A983-EFA27E5A5218}" type="presOf" srcId="{8405B0BB-7EDA-49BC-AF29-408E6E1C60FE}" destId="{2EABC0AB-F643-4BE2-B53E-2680BA8056C6}" srcOrd="0" destOrd="0" presId="urn:microsoft.com/office/officeart/2005/8/layout/hierarchy3"/>
    <dgm:cxn modelId="{1644BA1B-C4E7-4A18-88DE-13F7693E0626}" type="presOf" srcId="{8405B0BB-7EDA-49BC-AF29-408E6E1C60FE}" destId="{D3EBB430-ED1B-4575-AB71-EA1228C9BE93}" srcOrd="1" destOrd="0" presId="urn:microsoft.com/office/officeart/2005/8/layout/hierarchy3"/>
    <dgm:cxn modelId="{F4047A22-046B-4CC1-889A-827CE65021D5}" srcId="{E5374164-C838-4D2F-B71E-DD9AAE89AE54}" destId="{A2B5F4C4-97F0-4397-9AEA-72B43280D2DB}" srcOrd="1" destOrd="0" parTransId="{66ABB7C2-64D8-4D79-AC3C-12ACADD3737B}" sibTransId="{AD7942CD-B60D-4978-8E8A-F14D12BCDD17}"/>
    <dgm:cxn modelId="{544B922E-0656-476E-A9B9-CC0E9EEA2686}" srcId="{8405B0BB-7EDA-49BC-AF29-408E6E1C60FE}" destId="{619FF61E-1D4B-4045-A224-88BA59FC22C0}" srcOrd="0" destOrd="0" parTransId="{2E890EA4-9BA6-4B2C-8806-74A46E11434B}" sibTransId="{1B1ED518-3FA0-4D32-9BA8-B66926EA86A5}"/>
    <dgm:cxn modelId="{24986230-F399-4EB4-83EB-F02B722D4ABC}" srcId="{8405B0BB-7EDA-49BC-AF29-408E6E1C60FE}" destId="{2E47655F-30C9-4796-94E9-B438169468F5}" srcOrd="1" destOrd="0" parTransId="{67D3BB19-694F-4A30-87F2-F6867A42C532}" sibTransId="{F3AC64C2-FDFA-42A4-9664-11E834E644E9}"/>
    <dgm:cxn modelId="{2C2F333D-68B3-4636-B13E-5DE5A6E8D0FF}" type="presOf" srcId="{67D3BB19-694F-4A30-87F2-F6867A42C532}" destId="{0E35C541-5FB1-4927-822D-00369737A66B}" srcOrd="0" destOrd="0" presId="urn:microsoft.com/office/officeart/2005/8/layout/hierarchy3"/>
    <dgm:cxn modelId="{38FF6D63-A170-49D6-A6F8-85FD81EE8596}" type="presOf" srcId="{5EF594B6-9D76-4F3F-A13E-1CBEAE906CAF}" destId="{52AD8314-C5EB-4921-9E6F-AC31FF0D4790}" srcOrd="0" destOrd="0" presId="urn:microsoft.com/office/officeart/2005/8/layout/hierarchy3"/>
    <dgm:cxn modelId="{AEFD4773-35BE-42B5-ACA4-54966C9A7A93}" type="presOf" srcId="{D117452C-3AC0-4A3C-8C3E-F13DD57E290F}" destId="{42B2EF47-27B6-4B95-AF5D-EB882F3AAEFF}" srcOrd="0" destOrd="0" presId="urn:microsoft.com/office/officeart/2005/8/layout/hierarchy3"/>
    <dgm:cxn modelId="{914BA154-A03C-417B-8B1B-D8B55E48CC63}" type="presOf" srcId="{2E47655F-30C9-4796-94E9-B438169468F5}" destId="{5D6C08D1-C6C4-4F9F-87EB-1643CDB5CD23}" srcOrd="0" destOrd="0" presId="urn:microsoft.com/office/officeart/2005/8/layout/hierarchy3"/>
    <dgm:cxn modelId="{7BA8247D-6E1F-4811-BCA1-2B5C0E56C429}" type="presOf" srcId="{A2B5F4C4-97F0-4397-9AEA-72B43280D2DB}" destId="{9F91AB57-C3EE-4EB4-8564-CD040B3E5265}" srcOrd="0" destOrd="0" presId="urn:microsoft.com/office/officeart/2005/8/layout/hierarchy3"/>
    <dgm:cxn modelId="{B4255783-6117-442F-A86D-7134656877E4}" type="presOf" srcId="{2E890EA4-9BA6-4B2C-8806-74A46E11434B}" destId="{A82682C7-0B2C-4483-9729-5FD19D5D75B9}" srcOrd="0" destOrd="0" presId="urn:microsoft.com/office/officeart/2005/8/layout/hierarchy3"/>
    <dgm:cxn modelId="{FAF38692-E18A-49BC-A873-B67A4C5FE382}" type="presOf" srcId="{619FF61E-1D4B-4045-A224-88BA59FC22C0}" destId="{8D7403E3-91B9-48A8-87B5-9B3BDC83F038}" srcOrd="0" destOrd="0" presId="urn:microsoft.com/office/officeart/2005/8/layout/hierarchy3"/>
    <dgm:cxn modelId="{414E42BF-67E7-4E19-B761-618CF9974605}" type="presOf" srcId="{A2B5F4C4-97F0-4397-9AEA-72B43280D2DB}" destId="{F0CEA0B3-56C5-48A8-B806-335A6FDC8A02}" srcOrd="1" destOrd="0" presId="urn:microsoft.com/office/officeart/2005/8/layout/hierarchy3"/>
    <dgm:cxn modelId="{D721ACC1-6D43-4996-85BE-C7317511A491}" srcId="{A2B5F4C4-97F0-4397-9AEA-72B43280D2DB}" destId="{5EF594B6-9D76-4F3F-A13E-1CBEAE906CAF}" srcOrd="0" destOrd="0" parTransId="{9A5FC19E-B3E9-4C41-B0D9-541B0AC1D834}" sibTransId="{41F30D30-D272-4DAF-BF0D-6B333932C2C7}"/>
    <dgm:cxn modelId="{9B8C9AD2-D8F1-4C3B-9413-C20DEE1B4A9B}" srcId="{E5374164-C838-4D2F-B71E-DD9AAE89AE54}" destId="{8405B0BB-7EDA-49BC-AF29-408E6E1C60FE}" srcOrd="0" destOrd="0" parTransId="{F80724A4-9576-49D1-ADF8-64EFCD4C274D}" sibTransId="{C4F0EFD9-DF94-43DD-8DAA-2C76B3254246}"/>
    <dgm:cxn modelId="{A5A06AE6-F6C6-4746-8A7D-5BFECC088A2D}" srcId="{A2B5F4C4-97F0-4397-9AEA-72B43280D2DB}" destId="{D117452C-3AC0-4A3C-8C3E-F13DD57E290F}" srcOrd="1" destOrd="0" parTransId="{AB533C3C-ADDE-4C48-9877-5EA9D6E0755B}" sibTransId="{3DC72023-A817-4ABA-AD9C-686186E7C97E}"/>
    <dgm:cxn modelId="{D9E9CEEB-70BA-464E-826A-FEB954F537D1}" type="presOf" srcId="{9A5FC19E-B3E9-4C41-B0D9-541B0AC1D834}" destId="{32AAFD21-0965-459C-95DB-DE8FBDB36820}" srcOrd="0" destOrd="0" presId="urn:microsoft.com/office/officeart/2005/8/layout/hierarchy3"/>
    <dgm:cxn modelId="{485071EC-D890-4F2E-B288-11E5894BD82F}" type="presOf" srcId="{AB533C3C-ADDE-4C48-9877-5EA9D6E0755B}" destId="{57FDD5F3-7A4C-4108-8E8C-F0691467D490}" srcOrd="0" destOrd="0" presId="urn:microsoft.com/office/officeart/2005/8/layout/hierarchy3"/>
    <dgm:cxn modelId="{2B3306F8-D057-4740-A0B5-31A2623FB623}" type="presOf" srcId="{E5374164-C838-4D2F-B71E-DD9AAE89AE54}" destId="{136F6AFF-0184-455B-A190-3D73DD894D12}" srcOrd="0" destOrd="0" presId="urn:microsoft.com/office/officeart/2005/8/layout/hierarchy3"/>
    <dgm:cxn modelId="{F0BCA1BF-7DFD-4502-AB32-0F077E71917D}" type="presParOf" srcId="{136F6AFF-0184-455B-A190-3D73DD894D12}" destId="{4A30ED0D-300C-43B7-9C22-87D9B8C24968}" srcOrd="0" destOrd="0" presId="urn:microsoft.com/office/officeart/2005/8/layout/hierarchy3"/>
    <dgm:cxn modelId="{8998B59E-9F5A-4CA2-AC36-BAFBAE2D85EA}" type="presParOf" srcId="{4A30ED0D-300C-43B7-9C22-87D9B8C24968}" destId="{3B240256-68EE-4E3D-B935-125B2EE93996}" srcOrd="0" destOrd="0" presId="urn:microsoft.com/office/officeart/2005/8/layout/hierarchy3"/>
    <dgm:cxn modelId="{DCC55C89-1FCA-45F8-AAB6-CEF071404B21}" type="presParOf" srcId="{3B240256-68EE-4E3D-B935-125B2EE93996}" destId="{2EABC0AB-F643-4BE2-B53E-2680BA8056C6}" srcOrd="0" destOrd="0" presId="urn:microsoft.com/office/officeart/2005/8/layout/hierarchy3"/>
    <dgm:cxn modelId="{31AD7EE9-4FD0-48C2-AE8B-D3487F30BEBE}" type="presParOf" srcId="{3B240256-68EE-4E3D-B935-125B2EE93996}" destId="{D3EBB430-ED1B-4575-AB71-EA1228C9BE93}" srcOrd="1" destOrd="0" presId="urn:microsoft.com/office/officeart/2005/8/layout/hierarchy3"/>
    <dgm:cxn modelId="{B55D99F2-CB41-44DF-94DE-0E70A991948F}" type="presParOf" srcId="{4A30ED0D-300C-43B7-9C22-87D9B8C24968}" destId="{CD334BFF-6611-4D5E-9665-99E43BD77EFD}" srcOrd="1" destOrd="0" presId="urn:microsoft.com/office/officeart/2005/8/layout/hierarchy3"/>
    <dgm:cxn modelId="{933DF5E8-C343-4E3E-855C-BAF2F63677E4}" type="presParOf" srcId="{CD334BFF-6611-4D5E-9665-99E43BD77EFD}" destId="{A82682C7-0B2C-4483-9729-5FD19D5D75B9}" srcOrd="0" destOrd="0" presId="urn:microsoft.com/office/officeart/2005/8/layout/hierarchy3"/>
    <dgm:cxn modelId="{1750F678-8AAB-4FA8-8E16-3DD39C42B360}" type="presParOf" srcId="{CD334BFF-6611-4D5E-9665-99E43BD77EFD}" destId="{8D7403E3-91B9-48A8-87B5-9B3BDC83F038}" srcOrd="1" destOrd="0" presId="urn:microsoft.com/office/officeart/2005/8/layout/hierarchy3"/>
    <dgm:cxn modelId="{7CCCA5DA-0496-4FD5-8526-EEC1FBE27B5C}" type="presParOf" srcId="{CD334BFF-6611-4D5E-9665-99E43BD77EFD}" destId="{0E35C541-5FB1-4927-822D-00369737A66B}" srcOrd="2" destOrd="0" presId="urn:microsoft.com/office/officeart/2005/8/layout/hierarchy3"/>
    <dgm:cxn modelId="{816CADCB-034D-44B2-95A8-881383090A1B}" type="presParOf" srcId="{CD334BFF-6611-4D5E-9665-99E43BD77EFD}" destId="{5D6C08D1-C6C4-4F9F-87EB-1643CDB5CD23}" srcOrd="3" destOrd="0" presId="urn:microsoft.com/office/officeart/2005/8/layout/hierarchy3"/>
    <dgm:cxn modelId="{C431457A-5D26-403D-ABC0-D87984318D48}" type="presParOf" srcId="{136F6AFF-0184-455B-A190-3D73DD894D12}" destId="{043DC0EC-83D6-4B89-B94C-C7FF08257E43}" srcOrd="1" destOrd="0" presId="urn:microsoft.com/office/officeart/2005/8/layout/hierarchy3"/>
    <dgm:cxn modelId="{C63FB813-0443-4A43-9736-459E16B53843}" type="presParOf" srcId="{043DC0EC-83D6-4B89-B94C-C7FF08257E43}" destId="{9F96DF20-6464-48E5-8133-10AAD94CC4FE}" srcOrd="0" destOrd="0" presId="urn:microsoft.com/office/officeart/2005/8/layout/hierarchy3"/>
    <dgm:cxn modelId="{DEA5591E-1C7E-48CB-95EA-22B0B84D58F0}" type="presParOf" srcId="{9F96DF20-6464-48E5-8133-10AAD94CC4FE}" destId="{9F91AB57-C3EE-4EB4-8564-CD040B3E5265}" srcOrd="0" destOrd="0" presId="urn:microsoft.com/office/officeart/2005/8/layout/hierarchy3"/>
    <dgm:cxn modelId="{3C26BB1D-C062-4A0D-AE2C-B98E981B34CE}" type="presParOf" srcId="{9F96DF20-6464-48E5-8133-10AAD94CC4FE}" destId="{F0CEA0B3-56C5-48A8-B806-335A6FDC8A02}" srcOrd="1" destOrd="0" presId="urn:microsoft.com/office/officeart/2005/8/layout/hierarchy3"/>
    <dgm:cxn modelId="{22D07D0F-579B-49D2-B99C-4476567FBCBC}" type="presParOf" srcId="{043DC0EC-83D6-4B89-B94C-C7FF08257E43}" destId="{F5F4AF20-7237-4242-A580-37006A6B7604}" srcOrd="1" destOrd="0" presId="urn:microsoft.com/office/officeart/2005/8/layout/hierarchy3"/>
    <dgm:cxn modelId="{35EE0FD0-C0C2-4076-871D-7C415680A77E}" type="presParOf" srcId="{F5F4AF20-7237-4242-A580-37006A6B7604}" destId="{32AAFD21-0965-459C-95DB-DE8FBDB36820}" srcOrd="0" destOrd="0" presId="urn:microsoft.com/office/officeart/2005/8/layout/hierarchy3"/>
    <dgm:cxn modelId="{3A2BF87B-F7EA-4BCC-9840-1CB7F4EC2DAA}" type="presParOf" srcId="{F5F4AF20-7237-4242-A580-37006A6B7604}" destId="{52AD8314-C5EB-4921-9E6F-AC31FF0D4790}" srcOrd="1" destOrd="0" presId="urn:microsoft.com/office/officeart/2005/8/layout/hierarchy3"/>
    <dgm:cxn modelId="{3E3F5BEF-75D5-44DC-BEA9-3D3AB50FCD4E}" type="presParOf" srcId="{F5F4AF20-7237-4242-A580-37006A6B7604}" destId="{57FDD5F3-7A4C-4108-8E8C-F0691467D490}" srcOrd="2" destOrd="0" presId="urn:microsoft.com/office/officeart/2005/8/layout/hierarchy3"/>
    <dgm:cxn modelId="{94200253-A346-4A99-8F2A-8294A2D78568}" type="presParOf" srcId="{F5F4AF20-7237-4242-A580-37006A6B7604}" destId="{42B2EF47-27B6-4B95-AF5D-EB882F3AAEF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591AD7-B7F8-4673-B6E1-23CBEB00561A}" type="doc">
      <dgm:prSet loTypeId="urn:microsoft.com/office/officeart/2005/8/layout/pyramid2" loCatId="pyramid" qsTypeId="urn:microsoft.com/office/officeart/2005/8/quickstyle/3d2" qsCatId="3D" csTypeId="urn:microsoft.com/office/officeart/2005/8/colors/accent1_4" csCatId="accent1" phldr="1"/>
      <dgm:spPr/>
    </dgm:pt>
    <dgm:pt modelId="{AF9D8908-2D16-44D8-BF4A-993E0D400D0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23F94BD1-D0D1-435C-AA2C-E6C462C2450E}" type="parTrans" cxnId="{7990B3E6-3CD6-44E0-96EB-22F74D0474F5}">
      <dgm:prSet/>
      <dgm:spPr/>
      <dgm:t>
        <a:bodyPr/>
        <a:lstStyle/>
        <a:p>
          <a:endParaRPr lang="en-US"/>
        </a:p>
      </dgm:t>
    </dgm:pt>
    <dgm:pt modelId="{E8F0796B-1223-4F2B-92D8-81A11F8E9E41}" type="sibTrans" cxnId="{7990B3E6-3CD6-44E0-96EB-22F74D0474F5}">
      <dgm:prSet/>
      <dgm:spPr/>
      <dgm:t>
        <a:bodyPr/>
        <a:lstStyle/>
        <a:p>
          <a:endParaRPr lang="en-US"/>
        </a:p>
      </dgm:t>
    </dgm:pt>
    <dgm:pt modelId="{6DEAF6E6-4F40-4A11-A543-11D3EA91BA10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DD749A11-9C7A-4316-B957-C5160FC6D2AE}" type="parTrans" cxnId="{4B794756-449D-4F09-9403-54FBC97E835E}">
      <dgm:prSet/>
      <dgm:spPr/>
      <dgm:t>
        <a:bodyPr/>
        <a:lstStyle/>
        <a:p>
          <a:endParaRPr lang="en-US"/>
        </a:p>
      </dgm:t>
    </dgm:pt>
    <dgm:pt modelId="{1D4AA38F-7B81-4FC1-A562-77328D5431EA}" type="sibTrans" cxnId="{4B794756-449D-4F09-9403-54FBC97E835E}">
      <dgm:prSet/>
      <dgm:spPr/>
      <dgm:t>
        <a:bodyPr/>
        <a:lstStyle/>
        <a:p>
          <a:endParaRPr lang="en-US"/>
        </a:p>
      </dgm:t>
    </dgm:pt>
    <dgm:pt modelId="{1E3D19CC-4738-4B29-94F9-4A47D254C89D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C7EFE94C-ECE7-4D15-9563-F258A68069CD}" type="parTrans" cxnId="{35BAC525-AC95-4BB9-BF69-6735A449AA3C}">
      <dgm:prSet/>
      <dgm:spPr/>
      <dgm:t>
        <a:bodyPr/>
        <a:lstStyle/>
        <a:p>
          <a:endParaRPr lang="en-US"/>
        </a:p>
      </dgm:t>
    </dgm:pt>
    <dgm:pt modelId="{8C89A892-F60D-4267-A275-F1B71EC9E1A2}" type="sibTrans" cxnId="{35BAC525-AC95-4BB9-BF69-6735A449AA3C}">
      <dgm:prSet/>
      <dgm:spPr/>
      <dgm:t>
        <a:bodyPr/>
        <a:lstStyle/>
        <a:p>
          <a:endParaRPr lang="en-US"/>
        </a:p>
      </dgm:t>
    </dgm:pt>
    <dgm:pt modelId="{4DFA5E09-F4E9-4A33-972B-E7EE4B7B25F8}" type="pres">
      <dgm:prSet presAssocID="{43591AD7-B7F8-4673-B6E1-23CBEB00561A}" presName="compositeShape" presStyleCnt="0">
        <dgm:presLayoutVars>
          <dgm:dir/>
          <dgm:resizeHandles/>
        </dgm:presLayoutVars>
      </dgm:prSet>
      <dgm:spPr/>
    </dgm:pt>
    <dgm:pt modelId="{88F82B2D-B788-4888-988A-D6C143D6ECD9}" type="pres">
      <dgm:prSet presAssocID="{43591AD7-B7F8-4673-B6E1-23CBEB00561A}" presName="pyramid" presStyleLbl="node1" presStyleIdx="0" presStyleCnt="1" custScaleX="132388" custLinFactNeighborX="6944"/>
      <dgm:spPr/>
    </dgm:pt>
    <dgm:pt modelId="{2134AAAD-850A-4D62-B440-4ECC971D365E}" type="pres">
      <dgm:prSet presAssocID="{43591AD7-B7F8-4673-B6E1-23CBEB00561A}" presName="theList" presStyleCnt="0"/>
      <dgm:spPr/>
    </dgm:pt>
    <dgm:pt modelId="{AB0AD59A-A258-4EE1-9A2A-6D1AE54E82F1}" type="pres">
      <dgm:prSet presAssocID="{AF9D8908-2D16-44D8-BF4A-993E0D400D02}" presName="aNode" presStyleLbl="fgAcc1" presStyleIdx="0" presStyleCnt="3" custScaleX="267207" custLinFactY="4953" custLinFactNeighborX="68485" custLinFactNeighborY="100000">
        <dgm:presLayoutVars>
          <dgm:bulletEnabled val="1"/>
        </dgm:presLayoutVars>
      </dgm:prSet>
      <dgm:spPr/>
    </dgm:pt>
    <dgm:pt modelId="{BCD1FA29-CC7B-4DF6-B538-052EA7F513E2}" type="pres">
      <dgm:prSet presAssocID="{AF9D8908-2D16-44D8-BF4A-993E0D400D02}" presName="aSpace" presStyleCnt="0"/>
      <dgm:spPr/>
    </dgm:pt>
    <dgm:pt modelId="{2822244F-2C65-4AA5-954B-8F99E3F68121}" type="pres">
      <dgm:prSet presAssocID="{6DEAF6E6-4F40-4A11-A543-11D3EA91BA10}" presName="aNode" presStyleLbl="fgAcc1" presStyleIdx="1" presStyleCnt="3" custScaleX="267207" custLinFactY="4953" custLinFactNeighborX="74287" custLinFactNeighborY="100000">
        <dgm:presLayoutVars>
          <dgm:bulletEnabled val="1"/>
        </dgm:presLayoutVars>
      </dgm:prSet>
      <dgm:spPr/>
    </dgm:pt>
    <dgm:pt modelId="{A0B0F03A-CF3C-4AFB-8B27-D791CB0C600E}" type="pres">
      <dgm:prSet presAssocID="{6DEAF6E6-4F40-4A11-A543-11D3EA91BA10}" presName="aSpace" presStyleCnt="0"/>
      <dgm:spPr/>
    </dgm:pt>
    <dgm:pt modelId="{DB2CC279-AF69-421B-BB4F-9749D1F8B3BF}" type="pres">
      <dgm:prSet presAssocID="{1E3D19CC-4738-4B29-94F9-4A47D254C89D}" presName="aNode" presStyleLbl="fgAcc1" presStyleIdx="2" presStyleCnt="3" custScaleX="267207" custLinFactY="4953" custLinFactNeighborX="74287" custLinFactNeighborY="100000">
        <dgm:presLayoutVars>
          <dgm:bulletEnabled val="1"/>
        </dgm:presLayoutVars>
      </dgm:prSet>
      <dgm:spPr/>
    </dgm:pt>
    <dgm:pt modelId="{322502C0-E7AF-4639-860E-A493D54C3DEC}" type="pres">
      <dgm:prSet presAssocID="{1E3D19CC-4738-4B29-94F9-4A47D254C89D}" presName="aSpace" presStyleCnt="0"/>
      <dgm:spPr/>
    </dgm:pt>
  </dgm:ptLst>
  <dgm:cxnLst>
    <dgm:cxn modelId="{C520A707-A56C-4BAA-8F9C-B53D62280990}" type="presOf" srcId="{43591AD7-B7F8-4673-B6E1-23CBEB00561A}" destId="{4DFA5E09-F4E9-4A33-972B-E7EE4B7B25F8}" srcOrd="0" destOrd="0" presId="urn:microsoft.com/office/officeart/2005/8/layout/pyramid2"/>
    <dgm:cxn modelId="{35BAC525-AC95-4BB9-BF69-6735A449AA3C}" srcId="{43591AD7-B7F8-4673-B6E1-23CBEB00561A}" destId="{1E3D19CC-4738-4B29-94F9-4A47D254C89D}" srcOrd="2" destOrd="0" parTransId="{C7EFE94C-ECE7-4D15-9563-F258A68069CD}" sibTransId="{8C89A892-F60D-4267-A275-F1B71EC9E1A2}"/>
    <dgm:cxn modelId="{5A899252-BBDA-4703-85CB-C71AE54D37EC}" type="presOf" srcId="{AF9D8908-2D16-44D8-BF4A-993E0D400D02}" destId="{AB0AD59A-A258-4EE1-9A2A-6D1AE54E82F1}" srcOrd="0" destOrd="0" presId="urn:microsoft.com/office/officeart/2005/8/layout/pyramid2"/>
    <dgm:cxn modelId="{4B794756-449D-4F09-9403-54FBC97E835E}" srcId="{43591AD7-B7F8-4673-B6E1-23CBEB00561A}" destId="{6DEAF6E6-4F40-4A11-A543-11D3EA91BA10}" srcOrd="1" destOrd="0" parTransId="{DD749A11-9C7A-4316-B957-C5160FC6D2AE}" sibTransId="{1D4AA38F-7B81-4FC1-A562-77328D5431EA}"/>
    <dgm:cxn modelId="{211B25A5-8F2C-4E7C-8BF3-2A9D5A188D5A}" type="presOf" srcId="{1E3D19CC-4738-4B29-94F9-4A47D254C89D}" destId="{DB2CC279-AF69-421B-BB4F-9749D1F8B3BF}" srcOrd="0" destOrd="0" presId="urn:microsoft.com/office/officeart/2005/8/layout/pyramid2"/>
    <dgm:cxn modelId="{D18604C4-1AFA-4889-8159-5C943558513A}" type="presOf" srcId="{6DEAF6E6-4F40-4A11-A543-11D3EA91BA10}" destId="{2822244F-2C65-4AA5-954B-8F99E3F68121}" srcOrd="0" destOrd="0" presId="urn:microsoft.com/office/officeart/2005/8/layout/pyramid2"/>
    <dgm:cxn modelId="{7990B3E6-3CD6-44E0-96EB-22F74D0474F5}" srcId="{43591AD7-B7F8-4673-B6E1-23CBEB00561A}" destId="{AF9D8908-2D16-44D8-BF4A-993E0D400D02}" srcOrd="0" destOrd="0" parTransId="{23F94BD1-D0D1-435C-AA2C-E6C462C2450E}" sibTransId="{E8F0796B-1223-4F2B-92D8-81A11F8E9E41}"/>
    <dgm:cxn modelId="{8DF6C25A-A736-400E-A2EF-37209C6B4F60}" type="presParOf" srcId="{4DFA5E09-F4E9-4A33-972B-E7EE4B7B25F8}" destId="{88F82B2D-B788-4888-988A-D6C143D6ECD9}" srcOrd="0" destOrd="0" presId="urn:microsoft.com/office/officeart/2005/8/layout/pyramid2"/>
    <dgm:cxn modelId="{C2174E24-B260-47B0-BCA3-19B2F521109C}" type="presParOf" srcId="{4DFA5E09-F4E9-4A33-972B-E7EE4B7B25F8}" destId="{2134AAAD-850A-4D62-B440-4ECC971D365E}" srcOrd="1" destOrd="0" presId="urn:microsoft.com/office/officeart/2005/8/layout/pyramid2"/>
    <dgm:cxn modelId="{EDBCBC8B-50D4-4270-828D-4CC10185E087}" type="presParOf" srcId="{2134AAAD-850A-4D62-B440-4ECC971D365E}" destId="{AB0AD59A-A258-4EE1-9A2A-6D1AE54E82F1}" srcOrd="0" destOrd="0" presId="urn:microsoft.com/office/officeart/2005/8/layout/pyramid2"/>
    <dgm:cxn modelId="{2F8E6028-6B08-44AC-9238-8260167B17BB}" type="presParOf" srcId="{2134AAAD-850A-4D62-B440-4ECC971D365E}" destId="{BCD1FA29-CC7B-4DF6-B538-052EA7F513E2}" srcOrd="1" destOrd="0" presId="urn:microsoft.com/office/officeart/2005/8/layout/pyramid2"/>
    <dgm:cxn modelId="{9C2F9FC4-9918-4FDB-9643-16C015B14210}" type="presParOf" srcId="{2134AAAD-850A-4D62-B440-4ECC971D365E}" destId="{2822244F-2C65-4AA5-954B-8F99E3F68121}" srcOrd="2" destOrd="0" presId="urn:microsoft.com/office/officeart/2005/8/layout/pyramid2"/>
    <dgm:cxn modelId="{0A782A86-29CC-4FBA-99E0-8A890217786D}" type="presParOf" srcId="{2134AAAD-850A-4D62-B440-4ECC971D365E}" destId="{A0B0F03A-CF3C-4AFB-8B27-D791CB0C600E}" srcOrd="3" destOrd="0" presId="urn:microsoft.com/office/officeart/2005/8/layout/pyramid2"/>
    <dgm:cxn modelId="{0D465ED7-AD14-41F5-A1A2-33E7CAE61050}" type="presParOf" srcId="{2134AAAD-850A-4D62-B440-4ECC971D365E}" destId="{DB2CC279-AF69-421B-BB4F-9749D1F8B3BF}" srcOrd="4" destOrd="0" presId="urn:microsoft.com/office/officeart/2005/8/layout/pyramid2"/>
    <dgm:cxn modelId="{27BDE818-A675-4C26-84FE-9E752B432BA8}" type="presParOf" srcId="{2134AAAD-850A-4D62-B440-4ECC971D365E}" destId="{322502C0-E7AF-4639-860E-A493D54C3DEC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90878-A6CA-4759-BE97-5473941173F0}">
      <dsp:nvSpPr>
        <dsp:cNvPr id="0" name=""/>
        <dsp:cNvSpPr/>
      </dsp:nvSpPr>
      <dsp:spPr>
        <a:xfrm>
          <a:off x="5968147" y="577699"/>
          <a:ext cx="5818304" cy="2775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049427" y="658979"/>
        <a:ext cx="5655744" cy="2612540"/>
      </dsp:txXfrm>
    </dsp:sp>
    <dsp:sp modelId="{AF809D73-78A6-430A-9A30-96B66F6097F5}">
      <dsp:nvSpPr>
        <dsp:cNvPr id="0" name=""/>
        <dsp:cNvSpPr/>
      </dsp:nvSpPr>
      <dsp:spPr>
        <a:xfrm rot="2628736">
          <a:off x="10230281" y="3997159"/>
          <a:ext cx="2271589" cy="71152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0443739" y="4139464"/>
        <a:ext cx="1844673" cy="426917"/>
      </dsp:txXfrm>
    </dsp:sp>
    <dsp:sp modelId="{20D45CB1-8DBF-453B-A78E-BAE498D9DB28}">
      <dsp:nvSpPr>
        <dsp:cNvPr id="0" name=""/>
        <dsp:cNvSpPr/>
      </dsp:nvSpPr>
      <dsp:spPr>
        <a:xfrm>
          <a:off x="10945700" y="5353047"/>
          <a:ext cx="5818304" cy="2775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1026980" y="5434327"/>
        <a:ext cx="5655744" cy="2612540"/>
      </dsp:txXfrm>
    </dsp:sp>
    <dsp:sp modelId="{E5D368F9-C434-4557-B2DA-92B84BACAEA7}">
      <dsp:nvSpPr>
        <dsp:cNvPr id="0" name=""/>
        <dsp:cNvSpPr/>
      </dsp:nvSpPr>
      <dsp:spPr>
        <a:xfrm rot="10779468">
          <a:off x="7932015" y="6413424"/>
          <a:ext cx="2271589" cy="71152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 rot="10800000">
        <a:off x="8145473" y="6555729"/>
        <a:ext cx="1844673" cy="426917"/>
      </dsp:txXfrm>
    </dsp:sp>
    <dsp:sp modelId="{261DDB71-0A3A-4E31-A8FB-833DE8DC664F}">
      <dsp:nvSpPr>
        <dsp:cNvPr id="0" name=""/>
        <dsp:cNvSpPr/>
      </dsp:nvSpPr>
      <dsp:spPr>
        <a:xfrm>
          <a:off x="1371615" y="5410229"/>
          <a:ext cx="5818304" cy="2775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452895" y="5491509"/>
        <a:ext cx="5655744" cy="2612540"/>
      </dsp:txXfrm>
    </dsp:sp>
    <dsp:sp modelId="{CA8722A6-E201-4211-B323-85558E2024ED}">
      <dsp:nvSpPr>
        <dsp:cNvPr id="0" name=""/>
        <dsp:cNvSpPr/>
      </dsp:nvSpPr>
      <dsp:spPr>
        <a:xfrm rot="18813975">
          <a:off x="5443238" y="4025750"/>
          <a:ext cx="2271589" cy="711527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656696" y="4168055"/>
        <a:ext cx="1844673" cy="4269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BC0AB-F643-4BE2-B53E-2680BA8056C6}">
      <dsp:nvSpPr>
        <dsp:cNvPr id="0" name=""/>
        <dsp:cNvSpPr/>
      </dsp:nvSpPr>
      <dsp:spPr>
        <a:xfrm>
          <a:off x="0" y="177427"/>
          <a:ext cx="5387336" cy="1647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48256" y="225683"/>
        <a:ext cx="5290824" cy="1551072"/>
      </dsp:txXfrm>
    </dsp:sp>
    <dsp:sp modelId="{A82682C7-0B2C-4483-9729-5FD19D5D75B9}">
      <dsp:nvSpPr>
        <dsp:cNvPr id="0" name=""/>
        <dsp:cNvSpPr/>
      </dsp:nvSpPr>
      <dsp:spPr>
        <a:xfrm>
          <a:off x="538733" y="1825011"/>
          <a:ext cx="104006" cy="123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5688"/>
              </a:lnTo>
              <a:lnTo>
                <a:pt x="104006" y="12356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403E3-91B9-48A8-87B5-9B3BDC83F038}">
      <dsp:nvSpPr>
        <dsp:cNvPr id="0" name=""/>
        <dsp:cNvSpPr/>
      </dsp:nvSpPr>
      <dsp:spPr>
        <a:xfrm>
          <a:off x="642740" y="2236907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90996" y="2285163"/>
        <a:ext cx="5312467" cy="1551072"/>
      </dsp:txXfrm>
    </dsp:sp>
    <dsp:sp modelId="{0E35C541-5FB1-4927-822D-00369737A66B}">
      <dsp:nvSpPr>
        <dsp:cNvPr id="0" name=""/>
        <dsp:cNvSpPr/>
      </dsp:nvSpPr>
      <dsp:spPr>
        <a:xfrm>
          <a:off x="538733" y="1825011"/>
          <a:ext cx="112495" cy="3257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7076"/>
              </a:lnTo>
              <a:lnTo>
                <a:pt x="112495" y="32570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6C08D1-C6C4-4F9F-87EB-1643CDB5CD23}">
      <dsp:nvSpPr>
        <dsp:cNvPr id="0" name=""/>
        <dsp:cNvSpPr/>
      </dsp:nvSpPr>
      <dsp:spPr>
        <a:xfrm>
          <a:off x="651228" y="4258295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99484" y="4306551"/>
        <a:ext cx="5312467" cy="1551072"/>
      </dsp:txXfrm>
    </dsp:sp>
    <dsp:sp modelId="{9F91AB57-C3EE-4EB4-8564-CD040B3E5265}">
      <dsp:nvSpPr>
        <dsp:cNvPr id="0" name=""/>
        <dsp:cNvSpPr/>
      </dsp:nvSpPr>
      <dsp:spPr>
        <a:xfrm>
          <a:off x="6518744" y="187000"/>
          <a:ext cx="5387336" cy="1647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567000" y="235256"/>
        <a:ext cx="5290824" cy="1551072"/>
      </dsp:txXfrm>
    </dsp:sp>
    <dsp:sp modelId="{32AAFD21-0965-459C-95DB-DE8FBDB36820}">
      <dsp:nvSpPr>
        <dsp:cNvPr id="0" name=""/>
        <dsp:cNvSpPr/>
      </dsp:nvSpPr>
      <dsp:spPr>
        <a:xfrm>
          <a:off x="7057477" y="1834584"/>
          <a:ext cx="266570" cy="11912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1269"/>
              </a:lnTo>
              <a:lnTo>
                <a:pt x="266570" y="11912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D8314-C5EB-4921-9E6F-AC31FF0D4790}">
      <dsp:nvSpPr>
        <dsp:cNvPr id="0" name=""/>
        <dsp:cNvSpPr/>
      </dsp:nvSpPr>
      <dsp:spPr>
        <a:xfrm>
          <a:off x="7324048" y="2202061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7372304" y="2250317"/>
        <a:ext cx="5312467" cy="1551072"/>
      </dsp:txXfrm>
    </dsp:sp>
    <dsp:sp modelId="{57FDD5F3-7A4C-4108-8E8C-F0691467D490}">
      <dsp:nvSpPr>
        <dsp:cNvPr id="0" name=""/>
        <dsp:cNvSpPr/>
      </dsp:nvSpPr>
      <dsp:spPr>
        <a:xfrm>
          <a:off x="7057477" y="1834584"/>
          <a:ext cx="266570" cy="3250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0749"/>
              </a:lnTo>
              <a:lnTo>
                <a:pt x="266570" y="325074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B2EF47-27B6-4B95-AF5D-EB882F3AAEFF}">
      <dsp:nvSpPr>
        <dsp:cNvPr id="0" name=""/>
        <dsp:cNvSpPr/>
      </dsp:nvSpPr>
      <dsp:spPr>
        <a:xfrm>
          <a:off x="7324048" y="4261541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7372304" y="4309797"/>
        <a:ext cx="5312467" cy="15510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82B2D-B788-4888-988A-D6C143D6ECD9}">
      <dsp:nvSpPr>
        <dsp:cNvPr id="0" name=""/>
        <dsp:cNvSpPr/>
      </dsp:nvSpPr>
      <dsp:spPr>
        <a:xfrm>
          <a:off x="2800561" y="0"/>
          <a:ext cx="8229853" cy="6216465"/>
        </a:xfrm>
        <a:prstGeom prst="triangl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0AD59A-A258-4EE1-9A2A-6D1AE54E82F1}">
      <dsp:nvSpPr>
        <dsp:cNvPr id="0" name=""/>
        <dsp:cNvSpPr/>
      </dsp:nvSpPr>
      <dsp:spPr>
        <a:xfrm>
          <a:off x="5474537" y="881815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953650"/>
        <a:ext cx="10653369" cy="1327883"/>
      </dsp:txXfrm>
    </dsp:sp>
    <dsp:sp modelId="{2822244F-2C65-4AA5-954B-8F99E3F68121}">
      <dsp:nvSpPr>
        <dsp:cNvPr id="0" name=""/>
        <dsp:cNvSpPr/>
      </dsp:nvSpPr>
      <dsp:spPr>
        <a:xfrm>
          <a:off x="5474537" y="2537313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2609148"/>
        <a:ext cx="10653369" cy="1327883"/>
      </dsp:txXfrm>
    </dsp:sp>
    <dsp:sp modelId="{DB2CC279-AF69-421B-BB4F-9749D1F8B3BF}">
      <dsp:nvSpPr>
        <dsp:cNvPr id="0" name=""/>
        <dsp:cNvSpPr/>
      </dsp:nvSpPr>
      <dsp:spPr>
        <a:xfrm>
          <a:off x="5474537" y="4192811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4264646"/>
        <a:ext cx="10653369" cy="1327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A57578-2976-F300-1811-0A69787939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41C19-464F-C55F-8036-B551D92D3E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5449D-801C-4FC8-8108-B4C76A2E870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0F7AF-75BA-8186-EC3E-CA719363F5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8074E-9919-F13A-E611-675886FC25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11067-4279-4F4E-9C79-CD26CCAB3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77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jpg"/><Relationship Id="rId5" Type="http://schemas.openxmlformats.org/officeDocument/2006/relationships/hyperlink" Target="https://www.slidescarnival.com/" TargetMode="Externa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>
            <a:extLst>
              <a:ext uri="{FF2B5EF4-FFF2-40B4-BE49-F238E27FC236}">
                <a16:creationId xmlns:a16="http://schemas.microsoft.com/office/drawing/2014/main" id="{C5B6D2D5-3922-30DB-65E0-4CFE691E84C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7167" y="8014630"/>
            <a:ext cx="3633717" cy="47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3">
            <a:extLst>
              <a:ext uri="{FF2B5EF4-FFF2-40B4-BE49-F238E27FC236}">
                <a16:creationId xmlns:a16="http://schemas.microsoft.com/office/drawing/2014/main" id="{B5FC9B80-6FD6-02C2-3F48-B302242AE98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84850" y="3631750"/>
            <a:ext cx="13622835" cy="16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03FF570F-45F5-B34C-46A9-05869DFCD51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t="71610"/>
          <a:stretch/>
        </p:blipFill>
        <p:spPr>
          <a:xfrm>
            <a:off x="7685375" y="-1788242"/>
            <a:ext cx="3600025" cy="40486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3">
            <a:extLst>
              <a:ext uri="{FF2B5EF4-FFF2-40B4-BE49-F238E27FC236}">
                <a16:creationId xmlns:a16="http://schemas.microsoft.com/office/drawing/2014/main" id="{D68F4795-2ACD-0F8B-8471-4E673C83C647}"/>
              </a:ext>
            </a:extLst>
          </p:cNvPr>
          <p:cNvSpPr/>
          <p:nvPr userDrawn="1"/>
        </p:nvSpPr>
        <p:spPr>
          <a:xfrm>
            <a:off x="13934969" y="-1127604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A99243E7-E423-41B4-0EDC-81320D5C5E9B}"/>
              </a:ext>
            </a:extLst>
          </p:cNvPr>
          <p:cNvSpPr/>
          <p:nvPr userDrawn="1"/>
        </p:nvSpPr>
        <p:spPr>
          <a:xfrm rot="10800000" flipH="1">
            <a:off x="-3303437" y="8014623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8439361" y="0"/>
                </a:moveTo>
                <a:lnTo>
                  <a:pt x="0" y="0"/>
                </a:lnTo>
                <a:lnTo>
                  <a:pt x="0" y="6030307"/>
                </a:lnTo>
                <a:lnTo>
                  <a:pt x="8439361" y="6030307"/>
                </a:lnTo>
                <a:lnTo>
                  <a:pt x="843936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89;p13">
            <a:extLst>
              <a:ext uri="{FF2B5EF4-FFF2-40B4-BE49-F238E27FC236}">
                <a16:creationId xmlns:a16="http://schemas.microsoft.com/office/drawing/2014/main" id="{72585257-CBFD-B358-97CA-F03FAE5190BD}"/>
              </a:ext>
            </a:extLst>
          </p:cNvPr>
          <p:cNvSpPr/>
          <p:nvPr userDrawn="1"/>
        </p:nvSpPr>
        <p:spPr>
          <a:xfrm>
            <a:off x="14028376" y="7652673"/>
            <a:ext cx="8170623" cy="8096345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E4EEECFF-3052-8A66-CCAC-0E3A986C4698}"/>
              </a:ext>
            </a:extLst>
          </p:cNvPr>
          <p:cNvSpPr/>
          <p:nvPr userDrawn="1"/>
        </p:nvSpPr>
        <p:spPr>
          <a:xfrm>
            <a:off x="-3625249" y="-5976294"/>
            <a:ext cx="8170623" cy="8096345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287CB7-822D-0F62-7C7E-558C9FE5C4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0717" y="2106502"/>
            <a:ext cx="11772900" cy="4101908"/>
          </a:xfrm>
          <a:prstGeom prst="rect">
            <a:avLst/>
          </a:prstGeom>
        </p:spPr>
        <p:txBody>
          <a:bodyPr/>
          <a:lstStyle>
            <a:lvl1pPr>
              <a:defRPr lang="en-US" sz="10618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Topic, 0, 45, str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9660309-76CD-7D89-5CEF-DF42FCF3D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4974" y="6811863"/>
            <a:ext cx="9729995" cy="886770"/>
          </a:xfrm>
          <a:prstGeom prst="rect">
            <a:avLst/>
          </a:prstGeom>
        </p:spPr>
        <p:txBody>
          <a:bodyPr/>
          <a:lstStyle>
            <a:lvl1pPr algn="ctr">
              <a:defRPr lang="en-US" sz="3499" b="0" i="0" u="none" strike="noStrike" cap="none" dirty="0">
                <a:solidFill>
                  <a:srgbClr val="FFD7F3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Author, 1, 30, str</a:t>
            </a:r>
          </a:p>
        </p:txBody>
      </p:sp>
    </p:spTree>
    <p:extLst>
      <p:ext uri="{BB962C8B-B14F-4D97-AF65-F5344CB8AC3E}">
        <p14:creationId xmlns:p14="http://schemas.microsoft.com/office/powerpoint/2010/main" val="179201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9;p15">
            <a:extLst>
              <a:ext uri="{FF2B5EF4-FFF2-40B4-BE49-F238E27FC236}">
                <a16:creationId xmlns:a16="http://schemas.microsoft.com/office/drawing/2014/main" id="{0DCB9EEA-D87E-14B9-4A5A-32D2E0620B6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60000"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15">
            <a:extLst>
              <a:ext uri="{FF2B5EF4-FFF2-40B4-BE49-F238E27FC236}">
                <a16:creationId xmlns:a16="http://schemas.microsoft.com/office/drawing/2014/main" id="{3279FE97-1A90-82A5-AD20-D7796A234964}"/>
              </a:ext>
            </a:extLst>
          </p:cNvPr>
          <p:cNvSpPr/>
          <p:nvPr userDrawn="1"/>
        </p:nvSpPr>
        <p:spPr>
          <a:xfrm>
            <a:off x="0" y="6475320"/>
            <a:ext cx="5262362" cy="5565960"/>
          </a:xfrm>
          <a:custGeom>
            <a:avLst/>
            <a:gdLst/>
            <a:ahLst/>
            <a:cxnLst/>
            <a:rect l="l" t="t" r="r" b="b"/>
            <a:pathLst>
              <a:path w="5262362" h="5565960" extrusionOk="0">
                <a:moveTo>
                  <a:pt x="0" y="0"/>
                </a:moveTo>
                <a:lnTo>
                  <a:pt x="5262362" y="0"/>
                </a:lnTo>
                <a:lnTo>
                  <a:pt x="5262362" y="5565960"/>
                </a:lnTo>
                <a:lnTo>
                  <a:pt x="0" y="556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Google Shape;111;p15">
            <a:extLst>
              <a:ext uri="{FF2B5EF4-FFF2-40B4-BE49-F238E27FC236}">
                <a16:creationId xmlns:a16="http://schemas.microsoft.com/office/drawing/2014/main" id="{0091B66A-F9CB-0860-D111-5C5A4B291161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6957" y="1201050"/>
            <a:ext cx="10775187" cy="78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p15">
            <a:extLst>
              <a:ext uri="{FF2B5EF4-FFF2-40B4-BE49-F238E27FC236}">
                <a16:creationId xmlns:a16="http://schemas.microsoft.com/office/drawing/2014/main" id="{BA5FF8D8-3C38-6133-BA69-80C6DF3C330B}"/>
              </a:ext>
            </a:extLst>
          </p:cNvPr>
          <p:cNvSpPr/>
          <p:nvPr userDrawn="1"/>
        </p:nvSpPr>
        <p:spPr>
          <a:xfrm>
            <a:off x="14124615" y="-60815"/>
            <a:ext cx="5262362" cy="5565960"/>
          </a:xfrm>
          <a:custGeom>
            <a:avLst/>
            <a:gdLst/>
            <a:ahLst/>
            <a:cxnLst/>
            <a:rect l="l" t="t" r="r" b="b"/>
            <a:pathLst>
              <a:path w="5262362" h="5565960" extrusionOk="0">
                <a:moveTo>
                  <a:pt x="0" y="0"/>
                </a:moveTo>
                <a:lnTo>
                  <a:pt x="5262362" y="0"/>
                </a:lnTo>
                <a:lnTo>
                  <a:pt x="5262362" y="5565960"/>
                </a:lnTo>
                <a:lnTo>
                  <a:pt x="0" y="556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115;p15">
            <a:extLst>
              <a:ext uri="{FF2B5EF4-FFF2-40B4-BE49-F238E27FC236}">
                <a16:creationId xmlns:a16="http://schemas.microsoft.com/office/drawing/2014/main" id="{33A6C554-4202-E3EE-FE9C-2C741DDAA6C4}"/>
              </a:ext>
            </a:extLst>
          </p:cNvPr>
          <p:cNvSpPr/>
          <p:nvPr userDrawn="1"/>
        </p:nvSpPr>
        <p:spPr>
          <a:xfrm>
            <a:off x="12986019" y="5370853"/>
            <a:ext cx="1138596" cy="1815153"/>
          </a:xfrm>
          <a:custGeom>
            <a:avLst/>
            <a:gdLst/>
            <a:ahLst/>
            <a:cxnLst/>
            <a:rect l="l" t="t" r="r" b="b"/>
            <a:pathLst>
              <a:path w="1138596" h="1815153" extrusionOk="0">
                <a:moveTo>
                  <a:pt x="0" y="0"/>
                </a:moveTo>
                <a:lnTo>
                  <a:pt x="1138597" y="0"/>
                </a:lnTo>
                <a:lnTo>
                  <a:pt x="1138597" y="1815154"/>
                </a:lnTo>
                <a:lnTo>
                  <a:pt x="0" y="1815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Google Shape;116;p15">
            <a:extLst>
              <a:ext uri="{FF2B5EF4-FFF2-40B4-BE49-F238E27FC236}">
                <a16:creationId xmlns:a16="http://schemas.microsoft.com/office/drawing/2014/main" id="{6985633A-1D13-73D9-7217-E6BF215E45BA}"/>
              </a:ext>
            </a:extLst>
          </p:cNvPr>
          <p:cNvSpPr txBox="1"/>
          <p:nvPr userDrawn="1"/>
        </p:nvSpPr>
        <p:spPr>
          <a:xfrm>
            <a:off x="3663777" y="4301008"/>
            <a:ext cx="1738800" cy="450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 b="0" i="0" u="none" strike="noStrike" cap="none" dirty="0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 b="0" i="0" u="none" strike="noStrike" cap="none" dirty="0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 b="0" i="0" u="none" strike="noStrike" cap="none" dirty="0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710A6-C410-4B79-58B5-13245CB03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957" y="2599739"/>
            <a:ext cx="10567658" cy="1570065"/>
          </a:xfrm>
          <a:prstGeom prst="rect">
            <a:avLst/>
          </a:prstGeom>
        </p:spPr>
        <p:txBody>
          <a:bodyPr/>
          <a:lstStyle>
            <a:lvl1pPr algn="ctr">
              <a:defRPr lang="en-US" sz="8000" b="0" i="0" u="none" strike="noStrike" cap="none" smtClean="0">
                <a:solidFill>
                  <a:srgbClr val="182F70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r>
              <a:rPr lang="en-US" dirty="0"/>
              <a:t>Plan, 0, 18, str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CA3FEB-7840-49CF-EEBB-9C90B83B2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2263" y="4366184"/>
            <a:ext cx="7375525" cy="1310716"/>
          </a:xfrm>
          <a:prstGeom prst="rect">
            <a:avLst/>
          </a:prstGeom>
        </p:spPr>
        <p:txBody>
          <a:bodyPr anchor="ctr"/>
          <a:lstStyle>
            <a:lvl1pPr>
              <a:defRPr lang="en-US" sz="3884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Plan1, 1, 50, str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FFCF5B9-FC29-2706-D38A-C1F10120FB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2263" y="5890184"/>
            <a:ext cx="7375525" cy="1310716"/>
          </a:xfrm>
          <a:prstGeom prst="rect">
            <a:avLst/>
          </a:prstGeom>
        </p:spPr>
        <p:txBody>
          <a:bodyPr anchor="ctr"/>
          <a:lstStyle>
            <a:lvl1pPr>
              <a:defRPr lang="en-US" sz="3884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Plan2, 2, 50, str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765C1A0-80C2-B3C1-FEF8-CAA863B95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2263" y="7414184"/>
            <a:ext cx="7375525" cy="1310716"/>
          </a:xfrm>
          <a:prstGeom prst="rect">
            <a:avLst/>
          </a:prstGeom>
        </p:spPr>
        <p:txBody>
          <a:bodyPr anchor="ctr"/>
          <a:lstStyle>
            <a:lvl1pPr>
              <a:defRPr lang="en-US" sz="3884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Plan3, 3, 50, str</a:t>
            </a:r>
          </a:p>
        </p:txBody>
      </p:sp>
    </p:spTree>
    <p:extLst>
      <p:ext uri="{BB962C8B-B14F-4D97-AF65-F5344CB8AC3E}">
        <p14:creationId xmlns:p14="http://schemas.microsoft.com/office/powerpoint/2010/main" val="7602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1;p16">
            <a:extLst>
              <a:ext uri="{FF2B5EF4-FFF2-40B4-BE49-F238E27FC236}">
                <a16:creationId xmlns:a16="http://schemas.microsoft.com/office/drawing/2014/main" id="{CED1D26A-BC82-A1C5-4954-FEBF5C5EE71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60000"/>
          </a:blip>
          <a:srcRect l="22855" r="6737"/>
          <a:stretch/>
        </p:blipFill>
        <p:spPr>
          <a:xfrm>
            <a:off x="7355423" y="0"/>
            <a:ext cx="1093257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2;p16">
            <a:extLst>
              <a:ext uri="{FF2B5EF4-FFF2-40B4-BE49-F238E27FC236}">
                <a16:creationId xmlns:a16="http://schemas.microsoft.com/office/drawing/2014/main" id="{3B02C6ED-3F4E-63C5-D209-534ABE2C2D35}"/>
              </a:ext>
            </a:extLst>
          </p:cNvPr>
          <p:cNvSpPr/>
          <p:nvPr userDrawn="1"/>
        </p:nvSpPr>
        <p:spPr>
          <a:xfrm>
            <a:off x="8648700" y="1615222"/>
            <a:ext cx="8515350" cy="8087337"/>
          </a:xfrm>
          <a:custGeom>
            <a:avLst/>
            <a:gdLst/>
            <a:ahLst/>
            <a:cxnLst/>
            <a:rect l="l" t="t" r="r" b="b"/>
            <a:pathLst>
              <a:path w="7691953" h="7230436" extrusionOk="0">
                <a:moveTo>
                  <a:pt x="0" y="0"/>
                </a:moveTo>
                <a:lnTo>
                  <a:pt x="7691953" y="0"/>
                </a:lnTo>
                <a:lnTo>
                  <a:pt x="7691953" y="7230436"/>
                </a:lnTo>
                <a:lnTo>
                  <a:pt x="0" y="7230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23;p16">
            <a:extLst>
              <a:ext uri="{FF2B5EF4-FFF2-40B4-BE49-F238E27FC236}">
                <a16:creationId xmlns:a16="http://schemas.microsoft.com/office/drawing/2014/main" id="{F36FA067-95DB-16E6-B202-98639791BC72}"/>
              </a:ext>
            </a:extLst>
          </p:cNvPr>
          <p:cNvSpPr/>
          <p:nvPr userDrawn="1"/>
        </p:nvSpPr>
        <p:spPr>
          <a:xfrm>
            <a:off x="-886843" y="6858669"/>
            <a:ext cx="8242267" cy="8242267"/>
          </a:xfrm>
          <a:custGeom>
            <a:avLst/>
            <a:gdLst/>
            <a:ahLst/>
            <a:cxnLst/>
            <a:rect l="l" t="t" r="r" b="b"/>
            <a:pathLst>
              <a:path w="8242267" h="8242267" extrusionOk="0">
                <a:moveTo>
                  <a:pt x="0" y="0"/>
                </a:moveTo>
                <a:lnTo>
                  <a:pt x="8242266" y="0"/>
                </a:lnTo>
                <a:lnTo>
                  <a:pt x="8242266" y="8242267"/>
                </a:lnTo>
                <a:lnTo>
                  <a:pt x="0" y="8242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124;p16">
            <a:extLst>
              <a:ext uri="{FF2B5EF4-FFF2-40B4-BE49-F238E27FC236}">
                <a16:creationId xmlns:a16="http://schemas.microsoft.com/office/drawing/2014/main" id="{DAAD6BAD-9BC7-60AE-06DB-E47D117FFAE4}"/>
              </a:ext>
            </a:extLst>
          </p:cNvPr>
          <p:cNvSpPr/>
          <p:nvPr userDrawn="1"/>
        </p:nvSpPr>
        <p:spPr>
          <a:xfrm>
            <a:off x="-886843" y="-4499873"/>
            <a:ext cx="8242267" cy="8242267"/>
          </a:xfrm>
          <a:custGeom>
            <a:avLst/>
            <a:gdLst/>
            <a:ahLst/>
            <a:cxnLst/>
            <a:rect l="l" t="t" r="r" b="b"/>
            <a:pathLst>
              <a:path w="8242267" h="8242267" extrusionOk="0">
                <a:moveTo>
                  <a:pt x="0" y="0"/>
                </a:moveTo>
                <a:lnTo>
                  <a:pt x="8242266" y="0"/>
                </a:lnTo>
                <a:lnTo>
                  <a:pt x="8242266" y="8242266"/>
                </a:lnTo>
                <a:lnTo>
                  <a:pt x="0" y="8242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0ED447-2FAC-8E60-0BAA-D34C1F9BBC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450" y="3943173"/>
            <a:ext cx="6986399" cy="2743377"/>
          </a:xfrm>
          <a:prstGeom prst="rect">
            <a:avLst/>
          </a:prstGeom>
        </p:spPr>
        <p:txBody>
          <a:bodyPr anchor="ctr"/>
          <a:lstStyle>
            <a:lvl1pPr algn="ctr">
              <a:defRPr lang="en-US" sz="66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42, str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C31116-99F8-7EFB-065D-89F3F6209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82301" y="1928324"/>
            <a:ext cx="6096000" cy="4358176"/>
          </a:xfrm>
          <a:prstGeom prst="rect">
            <a:avLst/>
          </a:prstGeom>
        </p:spPr>
        <p:txBody>
          <a:bodyPr anchor="t"/>
          <a:lstStyle>
            <a:lvl1pPr algn="just">
              <a:defRPr lang="en-US" sz="2237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Content, 1, 350, str</a:t>
            </a:r>
          </a:p>
        </p:txBody>
      </p:sp>
    </p:spTree>
    <p:extLst>
      <p:ext uri="{BB962C8B-B14F-4D97-AF65-F5344CB8AC3E}">
        <p14:creationId xmlns:p14="http://schemas.microsoft.com/office/powerpoint/2010/main" val="97544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7;p18">
            <a:extLst>
              <a:ext uri="{FF2B5EF4-FFF2-40B4-BE49-F238E27FC236}">
                <a16:creationId xmlns:a16="http://schemas.microsoft.com/office/drawing/2014/main" id="{30C9C953-6FE7-C244-1284-72133FFEA084}"/>
              </a:ext>
            </a:extLst>
          </p:cNvPr>
          <p:cNvSpPr/>
          <p:nvPr userDrawn="1"/>
        </p:nvSpPr>
        <p:spPr>
          <a:xfrm>
            <a:off x="-3190981" y="-181860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148;p18">
            <a:extLst>
              <a:ext uri="{FF2B5EF4-FFF2-40B4-BE49-F238E27FC236}">
                <a16:creationId xmlns:a16="http://schemas.microsoft.com/office/drawing/2014/main" id="{86FDBD0D-6123-D016-A52B-1D5E7A527789}"/>
              </a:ext>
            </a:extLst>
          </p:cNvPr>
          <p:cNvSpPr/>
          <p:nvPr userDrawn="1"/>
        </p:nvSpPr>
        <p:spPr>
          <a:xfrm rot="5400000">
            <a:off x="-3868978" y="7052975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7"/>
                </a:lnTo>
                <a:lnTo>
                  <a:pt x="0" y="6030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49;p18">
            <a:extLst>
              <a:ext uri="{FF2B5EF4-FFF2-40B4-BE49-F238E27FC236}">
                <a16:creationId xmlns:a16="http://schemas.microsoft.com/office/drawing/2014/main" id="{656EAD96-7369-A822-372B-267FFD5A3B9F}"/>
              </a:ext>
            </a:extLst>
          </p:cNvPr>
          <p:cNvSpPr/>
          <p:nvPr userDrawn="1"/>
        </p:nvSpPr>
        <p:spPr>
          <a:xfrm>
            <a:off x="882639" y="2355211"/>
            <a:ext cx="9778432" cy="7396051"/>
          </a:xfrm>
          <a:custGeom>
            <a:avLst/>
            <a:gdLst/>
            <a:ahLst/>
            <a:cxnLst/>
            <a:rect l="l" t="t" r="r" b="b"/>
            <a:pathLst>
              <a:path w="9778432" h="7396051" extrusionOk="0">
                <a:moveTo>
                  <a:pt x="0" y="0"/>
                </a:moveTo>
                <a:lnTo>
                  <a:pt x="9778433" y="0"/>
                </a:lnTo>
                <a:lnTo>
                  <a:pt x="9778433" y="7396050"/>
                </a:lnTo>
                <a:lnTo>
                  <a:pt x="0" y="7396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150;p18">
            <a:extLst>
              <a:ext uri="{FF2B5EF4-FFF2-40B4-BE49-F238E27FC236}">
                <a16:creationId xmlns:a16="http://schemas.microsoft.com/office/drawing/2014/main" id="{C63D6837-FEC0-D03C-A641-D9BB21DBA2CD}"/>
              </a:ext>
            </a:extLst>
          </p:cNvPr>
          <p:cNvSpPr/>
          <p:nvPr userDrawn="1"/>
        </p:nvSpPr>
        <p:spPr>
          <a:xfrm>
            <a:off x="16773352" y="-181860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515740-2792-4439-CC99-DD4B066E9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6941" y="262888"/>
            <a:ext cx="14716125" cy="1584325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E419C6-EBD0-6CDB-9F11-2AA1C12165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7576" y="2393950"/>
            <a:ext cx="9709150" cy="5191125"/>
          </a:xfrm>
          <a:prstGeom prst="round2SameRect">
            <a:avLst>
              <a:gd name="adj1" fmla="val 7860"/>
              <a:gd name="adj2" fmla="val 0"/>
            </a:avLst>
          </a:prstGeom>
        </p:spPr>
        <p:txBody>
          <a:bodyPr/>
          <a:lstStyle>
            <a:lvl1pPr>
              <a:defRPr lang="en-US" sz="2237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r>
              <a:rPr lang="en-US" dirty="0"/>
              <a:t>Image, 1,0,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9D5E60C-961D-CB11-1996-24A91F1100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0661" y="2408947"/>
            <a:ext cx="5069509" cy="827739"/>
          </a:xfrm>
          <a:prstGeom prst="rect">
            <a:avLst/>
          </a:prstGeom>
        </p:spPr>
        <p:txBody>
          <a:bodyPr/>
          <a:lstStyle>
            <a:lvl1pPr>
              <a:defRPr lang="en-US" sz="2800" b="1" i="0" u="none" strike="noStrike" cap="none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subtitle1, 2, 50, str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72C27CD-E0F1-7562-8498-BC6B967213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26316" y="3499498"/>
            <a:ext cx="5069509" cy="2348950"/>
          </a:xfrm>
          <a:prstGeom prst="rect">
            <a:avLst/>
          </a:prstGeom>
        </p:spPr>
        <p:txBody>
          <a:bodyPr/>
          <a:lstStyle>
            <a:lvl1pPr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content1, 3, 200, str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A6CFBBF-1F1D-A198-D2FA-E9D7A9DEA5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26316" y="6147121"/>
            <a:ext cx="5069509" cy="827739"/>
          </a:xfrm>
          <a:prstGeom prst="rect">
            <a:avLst/>
          </a:prstGeom>
        </p:spPr>
        <p:txBody>
          <a:bodyPr/>
          <a:lstStyle>
            <a:lvl1pPr>
              <a:defRPr lang="en-US" sz="2800" b="1" i="0" u="none" strike="noStrike" cap="none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subtitle2, 4, 50, str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C7245E83-6233-1541-2A43-7DBC64BF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26316" y="7273533"/>
            <a:ext cx="5069509" cy="2348950"/>
          </a:xfrm>
          <a:prstGeom prst="rect">
            <a:avLst/>
          </a:prstGeom>
        </p:spPr>
        <p:txBody>
          <a:bodyPr/>
          <a:lstStyle>
            <a:lvl1pPr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content2, 5, 200, str</a:t>
            </a:r>
          </a:p>
        </p:txBody>
      </p:sp>
    </p:spTree>
    <p:extLst>
      <p:ext uri="{BB962C8B-B14F-4D97-AF65-F5344CB8AC3E}">
        <p14:creationId xmlns:p14="http://schemas.microsoft.com/office/powerpoint/2010/main" val="165879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2;p19">
            <a:extLst>
              <a:ext uri="{FF2B5EF4-FFF2-40B4-BE49-F238E27FC236}">
                <a16:creationId xmlns:a16="http://schemas.microsoft.com/office/drawing/2014/main" id="{CBE733FE-1D15-E669-96DA-E3E6F99B68BF}"/>
              </a:ext>
            </a:extLst>
          </p:cNvPr>
          <p:cNvSpPr/>
          <p:nvPr userDrawn="1"/>
        </p:nvSpPr>
        <p:spPr>
          <a:xfrm>
            <a:off x="6643136" y="2603067"/>
            <a:ext cx="4824284" cy="6137326"/>
          </a:xfrm>
          <a:custGeom>
            <a:avLst/>
            <a:gdLst/>
            <a:ahLst/>
            <a:cxnLst/>
            <a:rect l="l" t="t" r="r" b="b"/>
            <a:pathLst>
              <a:path w="1270593" h="1616415" extrusionOk="0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3;p19">
            <a:extLst>
              <a:ext uri="{FF2B5EF4-FFF2-40B4-BE49-F238E27FC236}">
                <a16:creationId xmlns:a16="http://schemas.microsoft.com/office/drawing/2014/main" id="{19097C0A-0BF8-8845-C1EA-AAD95FE64A01}"/>
              </a:ext>
            </a:extLst>
          </p:cNvPr>
          <p:cNvSpPr/>
          <p:nvPr userDrawn="1"/>
        </p:nvSpPr>
        <p:spPr>
          <a:xfrm>
            <a:off x="862821" y="2603067"/>
            <a:ext cx="4824284" cy="6137326"/>
          </a:xfrm>
          <a:custGeom>
            <a:avLst/>
            <a:gdLst/>
            <a:ahLst/>
            <a:cxnLst/>
            <a:rect l="l" t="t" r="r" b="b"/>
            <a:pathLst>
              <a:path w="1270593" h="1616415" extrusionOk="0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64;p19">
            <a:extLst>
              <a:ext uri="{FF2B5EF4-FFF2-40B4-BE49-F238E27FC236}">
                <a16:creationId xmlns:a16="http://schemas.microsoft.com/office/drawing/2014/main" id="{F6DA19A1-E594-75C9-A1D9-A23E52CC8F24}"/>
              </a:ext>
            </a:extLst>
          </p:cNvPr>
          <p:cNvSpPr/>
          <p:nvPr userDrawn="1"/>
        </p:nvSpPr>
        <p:spPr>
          <a:xfrm>
            <a:off x="12600895" y="2603067"/>
            <a:ext cx="4824284" cy="6137326"/>
          </a:xfrm>
          <a:custGeom>
            <a:avLst/>
            <a:gdLst/>
            <a:ahLst/>
            <a:cxnLst/>
            <a:rect l="l" t="t" r="r" b="b"/>
            <a:pathLst>
              <a:path w="1270593" h="1616415" extrusionOk="0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Google Shape;165;p19">
            <a:extLst>
              <a:ext uri="{FF2B5EF4-FFF2-40B4-BE49-F238E27FC236}">
                <a16:creationId xmlns:a16="http://schemas.microsoft.com/office/drawing/2014/main" id="{5D902BA8-9F03-4B7E-A7EF-66881556B46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50475" y="4172960"/>
            <a:ext cx="1248975" cy="13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6;p19">
            <a:extLst>
              <a:ext uri="{FF2B5EF4-FFF2-40B4-BE49-F238E27FC236}">
                <a16:creationId xmlns:a16="http://schemas.microsoft.com/office/drawing/2014/main" id="{E7CD8DCD-D0CF-13E6-C3BD-A632AFBFCF0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200" y="4129910"/>
            <a:ext cx="1380150" cy="139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7;p19">
            <a:extLst>
              <a:ext uri="{FF2B5EF4-FFF2-40B4-BE49-F238E27FC236}">
                <a16:creationId xmlns:a16="http://schemas.microsoft.com/office/drawing/2014/main" id="{CDEE505F-71EB-B83A-CC02-85D39211E393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28913" y="4129910"/>
            <a:ext cx="968375" cy="13959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69;p19">
            <a:extLst>
              <a:ext uri="{FF2B5EF4-FFF2-40B4-BE49-F238E27FC236}">
                <a16:creationId xmlns:a16="http://schemas.microsoft.com/office/drawing/2014/main" id="{62FA4824-832F-CD71-10AF-C7B881336236}"/>
              </a:ext>
            </a:extLst>
          </p:cNvPr>
          <p:cNvSpPr/>
          <p:nvPr userDrawn="1"/>
        </p:nvSpPr>
        <p:spPr>
          <a:xfrm>
            <a:off x="16129001" y="-2609307"/>
            <a:ext cx="5762073" cy="4504894"/>
          </a:xfrm>
          <a:custGeom>
            <a:avLst/>
            <a:gdLst/>
            <a:ahLst/>
            <a:cxnLst/>
            <a:rect l="l" t="t" r="r" b="b"/>
            <a:pathLst>
              <a:path w="5762073" h="4504894" extrusionOk="0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70;p19">
            <a:extLst>
              <a:ext uri="{FF2B5EF4-FFF2-40B4-BE49-F238E27FC236}">
                <a16:creationId xmlns:a16="http://schemas.microsoft.com/office/drawing/2014/main" id="{B9939A9C-CCB4-8F0B-EC10-5114133C05FB}"/>
              </a:ext>
            </a:extLst>
          </p:cNvPr>
          <p:cNvSpPr/>
          <p:nvPr userDrawn="1"/>
        </p:nvSpPr>
        <p:spPr>
          <a:xfrm>
            <a:off x="-1773896" y="9022260"/>
            <a:ext cx="5762073" cy="4504894"/>
          </a:xfrm>
          <a:custGeom>
            <a:avLst/>
            <a:gdLst/>
            <a:ahLst/>
            <a:cxnLst/>
            <a:rect l="l" t="t" r="r" b="b"/>
            <a:pathLst>
              <a:path w="5762073" h="4504894" extrusionOk="0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71;p19">
            <a:extLst>
              <a:ext uri="{FF2B5EF4-FFF2-40B4-BE49-F238E27FC236}">
                <a16:creationId xmlns:a16="http://schemas.microsoft.com/office/drawing/2014/main" id="{E7A178AC-7955-246E-5023-94ADDED3689C}"/>
              </a:ext>
            </a:extLst>
          </p:cNvPr>
          <p:cNvSpPr txBox="1"/>
          <p:nvPr userDrawn="1"/>
        </p:nvSpPr>
        <p:spPr>
          <a:xfrm>
            <a:off x="8056458" y="2745854"/>
            <a:ext cx="1997640" cy="120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 dirty="0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 dirty="0"/>
          </a:p>
        </p:txBody>
      </p:sp>
      <p:sp>
        <p:nvSpPr>
          <p:cNvPr id="14" name="Google Shape;173;p19">
            <a:extLst>
              <a:ext uri="{FF2B5EF4-FFF2-40B4-BE49-F238E27FC236}">
                <a16:creationId xmlns:a16="http://schemas.microsoft.com/office/drawing/2014/main" id="{D9FC7F60-4594-F42A-02E5-EB9252D28CF4}"/>
              </a:ext>
            </a:extLst>
          </p:cNvPr>
          <p:cNvSpPr txBox="1"/>
          <p:nvPr userDrawn="1"/>
        </p:nvSpPr>
        <p:spPr>
          <a:xfrm>
            <a:off x="2276143" y="2745854"/>
            <a:ext cx="1997640" cy="120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 dirty="0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 dirty="0"/>
          </a:p>
        </p:txBody>
      </p:sp>
      <p:sp>
        <p:nvSpPr>
          <p:cNvPr id="15" name="Google Shape;174;p19">
            <a:extLst>
              <a:ext uri="{FF2B5EF4-FFF2-40B4-BE49-F238E27FC236}">
                <a16:creationId xmlns:a16="http://schemas.microsoft.com/office/drawing/2014/main" id="{F28F2A30-CF5F-A240-4DE9-BDD1854E1C73}"/>
              </a:ext>
            </a:extLst>
          </p:cNvPr>
          <p:cNvSpPr txBox="1"/>
          <p:nvPr userDrawn="1"/>
        </p:nvSpPr>
        <p:spPr>
          <a:xfrm>
            <a:off x="14014217" y="2745854"/>
            <a:ext cx="1997640" cy="120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5A0B9A7-E856-2955-D7DE-195419CA61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732" y="306141"/>
            <a:ext cx="14716125" cy="1584325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48CC5EE-7C91-2D0D-15BF-6773D26CC3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7138" y="5806823"/>
            <a:ext cx="4502524" cy="2771120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content1, 1, 230, str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AD597BD-379D-34D8-AC0D-D2D4A9428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1081" y="5799567"/>
            <a:ext cx="4502524" cy="2771120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content2, 2, 230, str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EFEAF8D-D42C-AA5A-944F-65F75B433E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63709" y="5792311"/>
            <a:ext cx="4502524" cy="2771120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content3, 3, 230, str</a:t>
            </a:r>
          </a:p>
        </p:txBody>
      </p:sp>
    </p:spTree>
    <p:extLst>
      <p:ext uri="{BB962C8B-B14F-4D97-AF65-F5344CB8AC3E}">
        <p14:creationId xmlns:p14="http://schemas.microsoft.com/office/powerpoint/2010/main" val="88726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250;p22">
            <a:extLst>
              <a:ext uri="{FF2B5EF4-FFF2-40B4-BE49-F238E27FC236}">
                <a16:creationId xmlns:a16="http://schemas.microsoft.com/office/drawing/2014/main" id="{D843B1FB-B6B2-750D-A67B-662855574D55}"/>
              </a:ext>
            </a:extLst>
          </p:cNvPr>
          <p:cNvGrpSpPr/>
          <p:nvPr userDrawn="1"/>
        </p:nvGrpSpPr>
        <p:grpSpPr>
          <a:xfrm>
            <a:off x="3901877" y="3158874"/>
            <a:ext cx="2780188" cy="753369"/>
            <a:chOff x="0" y="25128"/>
            <a:chExt cx="3706917" cy="1004492"/>
          </a:xfrm>
        </p:grpSpPr>
        <p:cxnSp>
          <p:nvCxnSpPr>
            <p:cNvPr id="14" name="Google Shape;251;p22">
              <a:extLst>
                <a:ext uri="{FF2B5EF4-FFF2-40B4-BE49-F238E27FC236}">
                  <a16:creationId xmlns:a16="http://schemas.microsoft.com/office/drawing/2014/main" id="{32E0565D-517B-222A-703C-6569505C2401}"/>
                </a:ext>
              </a:extLst>
            </p:cNvPr>
            <p:cNvCxnSpPr/>
            <p:nvPr/>
          </p:nvCxnSpPr>
          <p:spPr>
            <a:xfrm>
              <a:off x="1570616" y="25128"/>
              <a:ext cx="2136301" cy="1004492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oval" w="lg" len="lg"/>
            </a:ln>
          </p:spPr>
        </p:cxnSp>
        <p:cxnSp>
          <p:nvCxnSpPr>
            <p:cNvPr id="15" name="Google Shape;252;p22">
              <a:extLst>
                <a:ext uri="{FF2B5EF4-FFF2-40B4-BE49-F238E27FC236}">
                  <a16:creationId xmlns:a16="http://schemas.microsoft.com/office/drawing/2014/main" id="{076156FC-2CF8-D60C-EF39-BC8025EF3C8B}"/>
                </a:ext>
              </a:extLst>
            </p:cNvPr>
            <p:cNvCxnSpPr/>
            <p:nvPr/>
          </p:nvCxnSpPr>
          <p:spPr>
            <a:xfrm rot="10800000">
              <a:off x="0" y="25400"/>
              <a:ext cx="1585624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" name="Google Shape;253;p22">
            <a:extLst>
              <a:ext uri="{FF2B5EF4-FFF2-40B4-BE49-F238E27FC236}">
                <a16:creationId xmlns:a16="http://schemas.microsoft.com/office/drawing/2014/main" id="{E9FB2382-DC0A-0136-AC41-00747C9D82E2}"/>
              </a:ext>
            </a:extLst>
          </p:cNvPr>
          <p:cNvGrpSpPr/>
          <p:nvPr userDrawn="1"/>
        </p:nvGrpSpPr>
        <p:grpSpPr>
          <a:xfrm rot="10800000">
            <a:off x="11698463" y="7144780"/>
            <a:ext cx="2780188" cy="753369"/>
            <a:chOff x="0" y="25128"/>
            <a:chExt cx="3706917" cy="1004492"/>
          </a:xfrm>
        </p:grpSpPr>
        <p:cxnSp>
          <p:nvCxnSpPr>
            <p:cNvPr id="17" name="Google Shape;254;p22">
              <a:extLst>
                <a:ext uri="{FF2B5EF4-FFF2-40B4-BE49-F238E27FC236}">
                  <a16:creationId xmlns:a16="http://schemas.microsoft.com/office/drawing/2014/main" id="{2B3558C2-45F8-37A2-CE0F-67BEE28F6E85}"/>
                </a:ext>
              </a:extLst>
            </p:cNvPr>
            <p:cNvCxnSpPr/>
            <p:nvPr/>
          </p:nvCxnSpPr>
          <p:spPr>
            <a:xfrm>
              <a:off x="1570616" y="25128"/>
              <a:ext cx="2136301" cy="1004492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oval" w="lg" len="lg"/>
            </a:ln>
          </p:spPr>
        </p:cxnSp>
        <p:cxnSp>
          <p:nvCxnSpPr>
            <p:cNvPr id="18" name="Google Shape;255;p22">
              <a:extLst>
                <a:ext uri="{FF2B5EF4-FFF2-40B4-BE49-F238E27FC236}">
                  <a16:creationId xmlns:a16="http://schemas.microsoft.com/office/drawing/2014/main" id="{3867FDF1-23C8-CA83-C69B-03B37233E0AF}"/>
                </a:ext>
              </a:extLst>
            </p:cNvPr>
            <p:cNvCxnSpPr/>
            <p:nvPr/>
          </p:nvCxnSpPr>
          <p:spPr>
            <a:xfrm rot="10800000">
              <a:off x="0" y="25400"/>
              <a:ext cx="1585624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" name="Google Shape;256;p22">
            <a:extLst>
              <a:ext uri="{FF2B5EF4-FFF2-40B4-BE49-F238E27FC236}">
                <a16:creationId xmlns:a16="http://schemas.microsoft.com/office/drawing/2014/main" id="{5CBA952F-3769-61DB-0A6C-A5F3958E9BCC}"/>
              </a:ext>
            </a:extLst>
          </p:cNvPr>
          <p:cNvGrpSpPr/>
          <p:nvPr userDrawn="1"/>
        </p:nvGrpSpPr>
        <p:grpSpPr>
          <a:xfrm>
            <a:off x="11413604" y="3194920"/>
            <a:ext cx="2728535" cy="836077"/>
            <a:chOff x="11995" y="22390"/>
            <a:chExt cx="3638046" cy="1114769"/>
          </a:xfrm>
        </p:grpSpPr>
        <p:cxnSp>
          <p:nvCxnSpPr>
            <p:cNvPr id="20" name="Google Shape;257;p22">
              <a:extLst>
                <a:ext uri="{FF2B5EF4-FFF2-40B4-BE49-F238E27FC236}">
                  <a16:creationId xmlns:a16="http://schemas.microsoft.com/office/drawing/2014/main" id="{4545968B-6427-5D36-CCB4-330E9675CF5E}"/>
                </a:ext>
              </a:extLst>
            </p:cNvPr>
            <p:cNvCxnSpPr/>
            <p:nvPr/>
          </p:nvCxnSpPr>
          <p:spPr>
            <a:xfrm flipH="1">
              <a:off x="11995" y="22390"/>
              <a:ext cx="2080883" cy="1114769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oval" w="lg" len="lg"/>
            </a:ln>
          </p:spPr>
        </p:cxnSp>
        <p:cxnSp>
          <p:nvCxnSpPr>
            <p:cNvPr id="21" name="Google Shape;258;p22">
              <a:extLst>
                <a:ext uri="{FF2B5EF4-FFF2-40B4-BE49-F238E27FC236}">
                  <a16:creationId xmlns:a16="http://schemas.microsoft.com/office/drawing/2014/main" id="{A2072C80-4521-148D-C728-10404707D9AD}"/>
                </a:ext>
              </a:extLst>
            </p:cNvPr>
            <p:cNvCxnSpPr/>
            <p:nvPr/>
          </p:nvCxnSpPr>
          <p:spPr>
            <a:xfrm>
              <a:off x="2064417" y="25400"/>
              <a:ext cx="1585624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2" name="Google Shape;259;p22">
            <a:extLst>
              <a:ext uri="{FF2B5EF4-FFF2-40B4-BE49-F238E27FC236}">
                <a16:creationId xmlns:a16="http://schemas.microsoft.com/office/drawing/2014/main" id="{1A91903A-4113-F3A6-B2DA-61FF140F2D3A}"/>
              </a:ext>
            </a:extLst>
          </p:cNvPr>
          <p:cNvGrpSpPr/>
          <p:nvPr userDrawn="1"/>
        </p:nvGrpSpPr>
        <p:grpSpPr>
          <a:xfrm rot="10800000">
            <a:off x="3801727" y="7026025"/>
            <a:ext cx="2728535" cy="836077"/>
            <a:chOff x="11995" y="22390"/>
            <a:chExt cx="3638046" cy="1114769"/>
          </a:xfrm>
        </p:grpSpPr>
        <p:cxnSp>
          <p:nvCxnSpPr>
            <p:cNvPr id="23" name="Google Shape;260;p22">
              <a:extLst>
                <a:ext uri="{FF2B5EF4-FFF2-40B4-BE49-F238E27FC236}">
                  <a16:creationId xmlns:a16="http://schemas.microsoft.com/office/drawing/2014/main" id="{446E8705-DD36-7803-BD7B-C04DB9766208}"/>
                </a:ext>
              </a:extLst>
            </p:cNvPr>
            <p:cNvCxnSpPr/>
            <p:nvPr/>
          </p:nvCxnSpPr>
          <p:spPr>
            <a:xfrm flipH="1">
              <a:off x="11995" y="22390"/>
              <a:ext cx="2080883" cy="1114769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oval" w="lg" len="lg"/>
            </a:ln>
          </p:spPr>
        </p:cxnSp>
        <p:cxnSp>
          <p:nvCxnSpPr>
            <p:cNvPr id="24" name="Google Shape;261;p22">
              <a:extLst>
                <a:ext uri="{FF2B5EF4-FFF2-40B4-BE49-F238E27FC236}">
                  <a16:creationId xmlns:a16="http://schemas.microsoft.com/office/drawing/2014/main" id="{951BF51A-2174-67AF-D39F-457E69B301B5}"/>
                </a:ext>
              </a:extLst>
            </p:cNvPr>
            <p:cNvCxnSpPr/>
            <p:nvPr/>
          </p:nvCxnSpPr>
          <p:spPr>
            <a:xfrm>
              <a:off x="2064417" y="25400"/>
              <a:ext cx="1585624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2B1E3F2-8F02-7C4C-F8C4-5AF900DA7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85937" y="303317"/>
            <a:ext cx="14716125" cy="1584325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A2BC47-2D19-E3F5-CAC8-0D211E4B7EF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76956" y="3535558"/>
            <a:ext cx="4334086" cy="4334256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, 1, 0,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8F40B789-373C-1042-181A-A655E16206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0138" y="2449489"/>
            <a:ext cx="3778878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subtitle1, 2, 34, str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C7B48CA7-ADED-9743-03B5-6C5861601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885" y="3516122"/>
            <a:ext cx="4473954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content1, 3, 120, str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CD09086-1872-353F-81B9-7A03BA546D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32874" y="2485777"/>
            <a:ext cx="3379930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subtitle2, 4, 34, str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FF26CC1-7DBA-E768-93B5-F8500FA677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89434" y="3494353"/>
            <a:ext cx="3977102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content2, 5, 120, str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E1CEF4C5-A8D4-D74F-1D45-91280C6B82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0140" y="7065033"/>
            <a:ext cx="3735334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subtitle3, 6, 34, str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90F86CD-F6FA-B861-5E48-F853E37B89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917" y="7940966"/>
            <a:ext cx="4391681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content3, 7, 120, str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7B043EDF-9E27-7D4B-F085-8A56E8A134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615539" y="7065039"/>
            <a:ext cx="3667378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subtitle4, 8, 34, str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5B15B1D7-63C4-6800-706E-F8370FFF0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300689" y="7972017"/>
            <a:ext cx="4292417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content4, 9, 120, str</a:t>
            </a:r>
          </a:p>
        </p:txBody>
      </p:sp>
    </p:spTree>
    <p:extLst>
      <p:ext uri="{BB962C8B-B14F-4D97-AF65-F5344CB8AC3E}">
        <p14:creationId xmlns:p14="http://schemas.microsoft.com/office/powerpoint/2010/main" val="237596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6;p23">
            <a:extLst>
              <a:ext uri="{FF2B5EF4-FFF2-40B4-BE49-F238E27FC236}">
                <a16:creationId xmlns:a16="http://schemas.microsoft.com/office/drawing/2014/main" id="{65D246FD-2526-00F3-AD74-CC9A2EF611E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2800" y="5060450"/>
            <a:ext cx="15522401" cy="12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7;p23">
            <a:extLst>
              <a:ext uri="{FF2B5EF4-FFF2-40B4-BE49-F238E27FC236}">
                <a16:creationId xmlns:a16="http://schemas.microsoft.com/office/drawing/2014/main" id="{F4F63F56-654C-1E3C-46A8-8DFF20FA883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700" y="3182000"/>
            <a:ext cx="1248975" cy="13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68;p23">
            <a:extLst>
              <a:ext uri="{FF2B5EF4-FFF2-40B4-BE49-F238E27FC236}">
                <a16:creationId xmlns:a16="http://schemas.microsoft.com/office/drawing/2014/main" id="{DDC9634B-84B0-012B-1553-369F61CC6C3A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1050" y="3138950"/>
            <a:ext cx="1380150" cy="139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9;p23">
            <a:extLst>
              <a:ext uri="{FF2B5EF4-FFF2-40B4-BE49-F238E27FC236}">
                <a16:creationId xmlns:a16="http://schemas.microsoft.com/office/drawing/2014/main" id="{5F80EEE4-9B89-27E5-6DF1-5D7DC6F3594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5413" y="3138950"/>
            <a:ext cx="968375" cy="1395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70;p23">
            <a:extLst>
              <a:ext uri="{FF2B5EF4-FFF2-40B4-BE49-F238E27FC236}">
                <a16:creationId xmlns:a16="http://schemas.microsoft.com/office/drawing/2014/main" id="{5505C518-AFEE-79B8-1EB0-5086FAE4CCDC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60018" y="3269177"/>
            <a:ext cx="1474903" cy="13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72;p23">
            <a:extLst>
              <a:ext uri="{FF2B5EF4-FFF2-40B4-BE49-F238E27FC236}">
                <a16:creationId xmlns:a16="http://schemas.microsoft.com/office/drawing/2014/main" id="{39F71618-FDE6-DC43-C7F2-1128F4BDDAAB}"/>
              </a:ext>
            </a:extLst>
          </p:cNvPr>
          <p:cNvSpPr txBox="1"/>
          <p:nvPr userDrawn="1"/>
        </p:nvSpPr>
        <p:spPr>
          <a:xfrm>
            <a:off x="1399414" y="5298302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1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/>
          </a:p>
        </p:txBody>
      </p:sp>
      <p:sp>
        <p:nvSpPr>
          <p:cNvPr id="10" name="Google Shape;273;p23">
            <a:extLst>
              <a:ext uri="{FF2B5EF4-FFF2-40B4-BE49-F238E27FC236}">
                <a16:creationId xmlns:a16="http://schemas.microsoft.com/office/drawing/2014/main" id="{757C8F82-17A2-98FB-80BB-6732609B4DD4}"/>
              </a:ext>
            </a:extLst>
          </p:cNvPr>
          <p:cNvSpPr txBox="1"/>
          <p:nvPr userDrawn="1"/>
        </p:nvSpPr>
        <p:spPr>
          <a:xfrm>
            <a:off x="6222220" y="5298302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1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/>
          </a:p>
        </p:txBody>
      </p:sp>
      <p:sp>
        <p:nvSpPr>
          <p:cNvPr id="11" name="Google Shape;274;p23">
            <a:extLst>
              <a:ext uri="{FF2B5EF4-FFF2-40B4-BE49-F238E27FC236}">
                <a16:creationId xmlns:a16="http://schemas.microsoft.com/office/drawing/2014/main" id="{38C90CA2-A211-C18C-0048-6409DEDFC1F8}"/>
              </a:ext>
            </a:extLst>
          </p:cNvPr>
          <p:cNvSpPr txBox="1"/>
          <p:nvPr userDrawn="1"/>
        </p:nvSpPr>
        <p:spPr>
          <a:xfrm>
            <a:off x="10910714" y="5298302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1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</p:txBody>
      </p:sp>
      <p:sp>
        <p:nvSpPr>
          <p:cNvPr id="12" name="Google Shape;275;p23">
            <a:extLst>
              <a:ext uri="{FF2B5EF4-FFF2-40B4-BE49-F238E27FC236}">
                <a16:creationId xmlns:a16="http://schemas.microsoft.com/office/drawing/2014/main" id="{3A7F7E8A-186A-3316-295C-A541FBC38A35}"/>
              </a:ext>
            </a:extLst>
          </p:cNvPr>
          <p:cNvSpPr txBox="1"/>
          <p:nvPr userDrawn="1"/>
        </p:nvSpPr>
        <p:spPr>
          <a:xfrm>
            <a:off x="15729152" y="5298302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1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04</a:t>
            </a:r>
            <a:endParaRPr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FA0E556-AFD1-F9E6-631E-11036A4EF9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85937" y="303317"/>
            <a:ext cx="14716125" cy="1584325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5FB6BC9-7EB5-4A39-500F-29EAA24A27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703" y="6449957"/>
            <a:ext cx="3349006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subtitle1, 1, 34, str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578F632-6AE5-35B3-0FD3-772A0131E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98" y="7466937"/>
            <a:ext cx="3905016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content1, 2, 120, str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503962A-79CD-5E87-92D4-8AF19901D5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3337" y="6457216"/>
            <a:ext cx="3349006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subtitle2, 3, 34, str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C3B37FD2-AFBB-31CF-2B6A-1BA6E98C18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5332" y="7474196"/>
            <a:ext cx="3905016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content2, 4, 120, str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E419564C-308B-D4B2-2791-4335AD3A7B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51971" y="6464475"/>
            <a:ext cx="3349006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Subtitle3, 5, 34, str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4ED08B4-0DE8-D0E1-B9FE-B5BFF57A4A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73966" y="7481455"/>
            <a:ext cx="3905016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content3, 6, 120, str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A06B72E-2E4E-5BE6-1B03-FA3432133C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00605" y="6471734"/>
            <a:ext cx="3349006" cy="712591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subtitle4, 7, 34, str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FEE363F-8DDE-2E61-7FFA-5AAFE4356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22600" y="7488714"/>
            <a:ext cx="3905016" cy="2195151"/>
          </a:xfrm>
          <a:prstGeom prst="rect">
            <a:avLst/>
          </a:prstGeom>
        </p:spPr>
        <p:txBody>
          <a:bodyPr/>
          <a:lstStyle>
            <a:lvl1pPr algn="ctr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content4, 8, 120, str</a:t>
            </a:r>
          </a:p>
        </p:txBody>
      </p:sp>
    </p:spTree>
    <p:extLst>
      <p:ext uri="{BB962C8B-B14F-4D97-AF65-F5344CB8AC3E}">
        <p14:creationId xmlns:p14="http://schemas.microsoft.com/office/powerpoint/2010/main" val="284808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316;p25">
            <a:extLst>
              <a:ext uri="{FF2B5EF4-FFF2-40B4-BE49-F238E27FC236}">
                <a16:creationId xmlns:a16="http://schemas.microsoft.com/office/drawing/2014/main" id="{181579B6-C59E-9AF1-C247-5E3684272FA8}"/>
              </a:ext>
            </a:extLst>
          </p:cNvPr>
          <p:cNvCxnSpPr/>
          <p:nvPr userDrawn="1"/>
        </p:nvCxnSpPr>
        <p:spPr>
          <a:xfrm rot="10800000">
            <a:off x="2613138" y="3696025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317;p25">
            <a:extLst>
              <a:ext uri="{FF2B5EF4-FFF2-40B4-BE49-F238E27FC236}">
                <a16:creationId xmlns:a16="http://schemas.microsoft.com/office/drawing/2014/main" id="{A35CE923-71D1-4C22-2899-0A0AD8C88E22}"/>
              </a:ext>
            </a:extLst>
          </p:cNvPr>
          <p:cNvCxnSpPr/>
          <p:nvPr userDrawn="1"/>
        </p:nvCxnSpPr>
        <p:spPr>
          <a:xfrm rot="10800000">
            <a:off x="6450038" y="3696025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318;p25">
            <a:extLst>
              <a:ext uri="{FF2B5EF4-FFF2-40B4-BE49-F238E27FC236}">
                <a16:creationId xmlns:a16="http://schemas.microsoft.com/office/drawing/2014/main" id="{E9B7A738-5664-0155-B393-98E65EFE013A}"/>
              </a:ext>
            </a:extLst>
          </p:cNvPr>
          <p:cNvCxnSpPr/>
          <p:nvPr userDrawn="1"/>
        </p:nvCxnSpPr>
        <p:spPr>
          <a:xfrm rot="10800000">
            <a:off x="2613138" y="6163893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319;p25">
            <a:extLst>
              <a:ext uri="{FF2B5EF4-FFF2-40B4-BE49-F238E27FC236}">
                <a16:creationId xmlns:a16="http://schemas.microsoft.com/office/drawing/2014/main" id="{8DE1CF4F-06D4-7BD3-3AA8-8D383B3A53E7}"/>
              </a:ext>
            </a:extLst>
          </p:cNvPr>
          <p:cNvCxnSpPr/>
          <p:nvPr userDrawn="1"/>
        </p:nvCxnSpPr>
        <p:spPr>
          <a:xfrm rot="10800000">
            <a:off x="6450038" y="6163893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20;p25">
            <a:extLst>
              <a:ext uri="{FF2B5EF4-FFF2-40B4-BE49-F238E27FC236}">
                <a16:creationId xmlns:a16="http://schemas.microsoft.com/office/drawing/2014/main" id="{49AF0329-4479-CE69-6E97-400A4C02DA4D}"/>
              </a:ext>
            </a:extLst>
          </p:cNvPr>
          <p:cNvCxnSpPr/>
          <p:nvPr userDrawn="1"/>
        </p:nvCxnSpPr>
        <p:spPr>
          <a:xfrm rot="10800000">
            <a:off x="2613138" y="8802247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21;p25">
            <a:extLst>
              <a:ext uri="{FF2B5EF4-FFF2-40B4-BE49-F238E27FC236}">
                <a16:creationId xmlns:a16="http://schemas.microsoft.com/office/drawing/2014/main" id="{DAFAB7C0-2287-804B-E7B7-BF2432D8CC25}"/>
              </a:ext>
            </a:extLst>
          </p:cNvPr>
          <p:cNvCxnSpPr/>
          <p:nvPr userDrawn="1"/>
        </p:nvCxnSpPr>
        <p:spPr>
          <a:xfrm rot="10800000">
            <a:off x="6450038" y="8802247"/>
            <a:ext cx="788730" cy="0"/>
          </a:xfrm>
          <a:prstGeom prst="straightConnector1">
            <a:avLst/>
          </a:prstGeom>
          <a:noFill/>
          <a:ln w="38100" cap="flat" cmpd="sng">
            <a:solidFill>
              <a:srgbClr val="FFD7F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Google Shape;296;p25">
            <a:extLst>
              <a:ext uri="{FF2B5EF4-FFF2-40B4-BE49-F238E27FC236}">
                <a16:creationId xmlns:a16="http://schemas.microsoft.com/office/drawing/2014/main" id="{2C5B5CEA-2679-DAEE-81A3-01A056E6EB6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407825" y="0"/>
            <a:ext cx="13208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297;p25">
            <a:extLst>
              <a:ext uri="{FF2B5EF4-FFF2-40B4-BE49-F238E27FC236}">
                <a16:creationId xmlns:a16="http://schemas.microsoft.com/office/drawing/2014/main" id="{321869DA-1967-C333-72BF-508F209DE79C}"/>
              </a:ext>
            </a:extLst>
          </p:cNvPr>
          <p:cNvGrpSpPr/>
          <p:nvPr userDrawn="1"/>
        </p:nvGrpSpPr>
        <p:grpSpPr>
          <a:xfrm>
            <a:off x="2910321" y="2988466"/>
            <a:ext cx="4031264" cy="1234292"/>
            <a:chOff x="0" y="-47625"/>
            <a:chExt cx="802810" cy="325081"/>
          </a:xfrm>
        </p:grpSpPr>
        <p:sp>
          <p:nvSpPr>
            <p:cNvPr id="5" name="Google Shape;298;p25">
              <a:extLst>
                <a:ext uri="{FF2B5EF4-FFF2-40B4-BE49-F238E27FC236}">
                  <a16:creationId xmlns:a16="http://schemas.microsoft.com/office/drawing/2014/main" id="{560B5564-4BF5-CA84-FEB2-DF8AAC535A8B}"/>
                </a:ext>
              </a:extLst>
            </p:cNvPr>
            <p:cNvSpPr/>
            <p:nvPr/>
          </p:nvSpPr>
          <p:spPr>
            <a:xfrm>
              <a:off x="0" y="0"/>
              <a:ext cx="802810" cy="277456"/>
            </a:xfrm>
            <a:custGeom>
              <a:avLst/>
              <a:gdLst/>
              <a:ahLst/>
              <a:cxnLst/>
              <a:rect l="l" t="t" r="r" b="b"/>
              <a:pathLst>
                <a:path w="802810" h="277456" extrusionOk="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w="38100" cap="sq" cmpd="sng">
              <a:solidFill>
                <a:srgbClr val="FFD7F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99;p25">
              <a:extLst>
                <a:ext uri="{FF2B5EF4-FFF2-40B4-BE49-F238E27FC236}">
                  <a16:creationId xmlns:a16="http://schemas.microsoft.com/office/drawing/2014/main" id="{17D0B004-1E32-1FA9-4E04-3E5DF74E172C}"/>
                </a:ext>
              </a:extLst>
            </p:cNvPr>
            <p:cNvSpPr txBox="1"/>
            <p:nvPr/>
          </p:nvSpPr>
          <p:spPr>
            <a:xfrm>
              <a:off x="0" y="-47625"/>
              <a:ext cx="802810" cy="325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oogle Shape;300;p25">
            <a:extLst>
              <a:ext uri="{FF2B5EF4-FFF2-40B4-BE49-F238E27FC236}">
                <a16:creationId xmlns:a16="http://schemas.microsoft.com/office/drawing/2014/main" id="{CEFCAC44-5471-8212-31AB-4984C4C08E1C}"/>
              </a:ext>
            </a:extLst>
          </p:cNvPr>
          <p:cNvGrpSpPr/>
          <p:nvPr userDrawn="1"/>
        </p:nvGrpSpPr>
        <p:grpSpPr>
          <a:xfrm>
            <a:off x="2910320" y="5421956"/>
            <a:ext cx="4031266" cy="1234292"/>
            <a:chOff x="0" y="-47625"/>
            <a:chExt cx="802810" cy="325081"/>
          </a:xfrm>
        </p:grpSpPr>
        <p:sp>
          <p:nvSpPr>
            <p:cNvPr id="8" name="Google Shape;301;p25">
              <a:extLst>
                <a:ext uri="{FF2B5EF4-FFF2-40B4-BE49-F238E27FC236}">
                  <a16:creationId xmlns:a16="http://schemas.microsoft.com/office/drawing/2014/main" id="{40B5A307-9B33-7AAF-AABA-36D2481F130B}"/>
                </a:ext>
              </a:extLst>
            </p:cNvPr>
            <p:cNvSpPr/>
            <p:nvPr/>
          </p:nvSpPr>
          <p:spPr>
            <a:xfrm>
              <a:off x="0" y="0"/>
              <a:ext cx="802810" cy="277456"/>
            </a:xfrm>
            <a:custGeom>
              <a:avLst/>
              <a:gdLst/>
              <a:ahLst/>
              <a:cxnLst/>
              <a:rect l="l" t="t" r="r" b="b"/>
              <a:pathLst>
                <a:path w="802810" h="277456" extrusionOk="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2;p25">
              <a:extLst>
                <a:ext uri="{FF2B5EF4-FFF2-40B4-BE49-F238E27FC236}">
                  <a16:creationId xmlns:a16="http://schemas.microsoft.com/office/drawing/2014/main" id="{6E22CC8D-2072-2C57-76E1-E663868FA1AF}"/>
                </a:ext>
              </a:extLst>
            </p:cNvPr>
            <p:cNvSpPr txBox="1"/>
            <p:nvPr/>
          </p:nvSpPr>
          <p:spPr>
            <a:xfrm>
              <a:off x="0" y="-47625"/>
              <a:ext cx="802810" cy="325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303;p25">
            <a:extLst>
              <a:ext uri="{FF2B5EF4-FFF2-40B4-BE49-F238E27FC236}">
                <a16:creationId xmlns:a16="http://schemas.microsoft.com/office/drawing/2014/main" id="{64E31D62-912D-1CAE-C715-C05BB3E188FC}"/>
              </a:ext>
            </a:extLst>
          </p:cNvPr>
          <p:cNvGrpSpPr/>
          <p:nvPr userDrawn="1"/>
        </p:nvGrpSpPr>
        <p:grpSpPr>
          <a:xfrm>
            <a:off x="2910320" y="8029612"/>
            <a:ext cx="4031266" cy="1234292"/>
            <a:chOff x="0" y="-47625"/>
            <a:chExt cx="802810" cy="325081"/>
          </a:xfrm>
        </p:grpSpPr>
        <p:sp>
          <p:nvSpPr>
            <p:cNvPr id="11" name="Google Shape;304;p25">
              <a:extLst>
                <a:ext uri="{FF2B5EF4-FFF2-40B4-BE49-F238E27FC236}">
                  <a16:creationId xmlns:a16="http://schemas.microsoft.com/office/drawing/2014/main" id="{A7EF6F38-62CD-4ED4-BC0E-7B675638CA9F}"/>
                </a:ext>
              </a:extLst>
            </p:cNvPr>
            <p:cNvSpPr/>
            <p:nvPr/>
          </p:nvSpPr>
          <p:spPr>
            <a:xfrm>
              <a:off x="0" y="0"/>
              <a:ext cx="802810" cy="277456"/>
            </a:xfrm>
            <a:custGeom>
              <a:avLst/>
              <a:gdLst/>
              <a:ahLst/>
              <a:cxnLst/>
              <a:rect l="l" t="t" r="r" b="b"/>
              <a:pathLst>
                <a:path w="802810" h="277456" extrusionOk="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05;p25">
              <a:extLst>
                <a:ext uri="{FF2B5EF4-FFF2-40B4-BE49-F238E27FC236}">
                  <a16:creationId xmlns:a16="http://schemas.microsoft.com/office/drawing/2014/main" id="{A25A038D-87EB-346E-586E-A6929DD1E5B5}"/>
                </a:ext>
              </a:extLst>
            </p:cNvPr>
            <p:cNvSpPr txBox="1"/>
            <p:nvPr/>
          </p:nvSpPr>
          <p:spPr>
            <a:xfrm>
              <a:off x="0" y="-47625"/>
              <a:ext cx="802810" cy="325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307;p25">
            <a:extLst>
              <a:ext uri="{FF2B5EF4-FFF2-40B4-BE49-F238E27FC236}">
                <a16:creationId xmlns:a16="http://schemas.microsoft.com/office/drawing/2014/main" id="{77A63E50-620E-EC15-C171-BD3975A42C1F}"/>
              </a:ext>
            </a:extLst>
          </p:cNvPr>
          <p:cNvSpPr txBox="1"/>
          <p:nvPr userDrawn="1"/>
        </p:nvSpPr>
        <p:spPr>
          <a:xfrm>
            <a:off x="828026" y="5509858"/>
            <a:ext cx="1997640" cy="120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/>
          </a:p>
        </p:txBody>
      </p:sp>
      <p:sp>
        <p:nvSpPr>
          <p:cNvPr id="15" name="Google Shape;308;p25">
            <a:extLst>
              <a:ext uri="{FF2B5EF4-FFF2-40B4-BE49-F238E27FC236}">
                <a16:creationId xmlns:a16="http://schemas.microsoft.com/office/drawing/2014/main" id="{19686D1D-E76B-5837-6421-9414DF96D24A}"/>
              </a:ext>
            </a:extLst>
          </p:cNvPr>
          <p:cNvSpPr txBox="1"/>
          <p:nvPr userDrawn="1"/>
        </p:nvSpPr>
        <p:spPr>
          <a:xfrm>
            <a:off x="828026" y="3084187"/>
            <a:ext cx="1997640" cy="120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 dirty="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 lang="en-US" dirty="0"/>
          </a:p>
        </p:txBody>
      </p:sp>
      <p:sp>
        <p:nvSpPr>
          <p:cNvPr id="16" name="Google Shape;309;p25">
            <a:extLst>
              <a:ext uri="{FF2B5EF4-FFF2-40B4-BE49-F238E27FC236}">
                <a16:creationId xmlns:a16="http://schemas.microsoft.com/office/drawing/2014/main" id="{F600B2B0-1006-A535-64F4-B79740204208}"/>
              </a:ext>
            </a:extLst>
          </p:cNvPr>
          <p:cNvSpPr txBox="1"/>
          <p:nvPr userDrawn="1"/>
        </p:nvSpPr>
        <p:spPr>
          <a:xfrm>
            <a:off x="828026" y="8109696"/>
            <a:ext cx="1997640" cy="120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 b="0" i="0" u="none" strike="noStrike" cap="non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20BC11-B721-9B6E-1E1D-A007661B4F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1628" y="281157"/>
            <a:ext cx="14716125" cy="1584325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FC3FDDB-02F4-99ED-6904-06FA03585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7096" y="3268326"/>
            <a:ext cx="3770104" cy="849023"/>
          </a:xfrm>
          <a:prstGeom prst="rect">
            <a:avLst/>
          </a:prstGeom>
        </p:spPr>
        <p:txBody>
          <a:bodyPr anchor="ctr"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subtitle1, 1, 60, str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93F8EA82-053A-F8C8-08AD-87BB43ABE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76313" y="2687585"/>
            <a:ext cx="7801366" cy="2000530"/>
          </a:xfrm>
          <a:prstGeom prst="rect">
            <a:avLst/>
          </a:prstGeom>
        </p:spPr>
        <p:txBody>
          <a:bodyPr anchor="ctr"/>
          <a:lstStyle>
            <a:lvl1pPr algn="l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content1, 2, 250, str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ED69B5E-0863-E66F-2708-F7AEB1CB6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44351" y="5713985"/>
            <a:ext cx="3770104" cy="849023"/>
          </a:xfrm>
          <a:prstGeom prst="rect">
            <a:avLst/>
          </a:prstGeom>
        </p:spPr>
        <p:txBody>
          <a:bodyPr anchor="ctr"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subtitle2, 3, 60, str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07674817-2CFB-FDD9-2048-FB237D8361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3571" y="5147757"/>
            <a:ext cx="7801366" cy="2000530"/>
          </a:xfrm>
          <a:prstGeom prst="rect">
            <a:avLst/>
          </a:prstGeom>
        </p:spPr>
        <p:txBody>
          <a:bodyPr anchor="ctr"/>
          <a:lstStyle>
            <a:lvl1pPr algn="l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content2, 4, 250, str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CB7F23C-2AC6-9C30-F67B-28CE4F86BF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1609" y="8319301"/>
            <a:ext cx="3770104" cy="849023"/>
          </a:xfrm>
          <a:prstGeom prst="rect">
            <a:avLst/>
          </a:prstGeom>
        </p:spPr>
        <p:txBody>
          <a:bodyPr anchor="ctr"/>
          <a:lstStyle>
            <a:lvl1pPr algn="ctr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subtitle3, 5, 60, str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F0B0F5FC-18E8-FCAD-AC0E-4ABCF6406A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5341" y="7724040"/>
            <a:ext cx="7801366" cy="2000530"/>
          </a:xfrm>
          <a:prstGeom prst="rect">
            <a:avLst/>
          </a:prstGeom>
        </p:spPr>
        <p:txBody>
          <a:bodyPr anchor="ctr"/>
          <a:lstStyle>
            <a:lvl1pPr algn="l">
              <a:defRPr lang="en-US" sz="2237" b="0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content3, 6, 250, str</a:t>
            </a:r>
          </a:p>
        </p:txBody>
      </p:sp>
    </p:spTree>
    <p:extLst>
      <p:ext uri="{BB962C8B-B14F-4D97-AF65-F5344CB8AC3E}">
        <p14:creationId xmlns:p14="http://schemas.microsoft.com/office/powerpoint/2010/main" val="260714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62;p29">
            <a:extLst>
              <a:ext uri="{FF2B5EF4-FFF2-40B4-BE49-F238E27FC236}">
                <a16:creationId xmlns:a16="http://schemas.microsoft.com/office/drawing/2014/main" id="{7A0904F1-B506-1391-7F84-5C60AFD1912F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47000"/>
          </a:blip>
          <a:srcRect l="47620" t="31437" r="33322" b="4245"/>
          <a:stretch/>
        </p:blipFill>
        <p:spPr>
          <a:xfrm>
            <a:off x="0" y="0"/>
            <a:ext cx="4572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3318947" y="6185937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5429816" y="-2978160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5829" y="281157"/>
            <a:ext cx="10319657" cy="2476557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AB14C8A-4017-D925-202E-4F8708940F7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05375" y="3106738"/>
            <a:ext cx="12265025" cy="68992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Content, 1, 800, </a:t>
            </a:r>
            <a:r>
              <a:rPr lang="en-US" dirty="0" err="1"/>
              <a:t>str|img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58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4700237" y="6803118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126501" y="-319587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281158"/>
            <a:ext cx="15429814" cy="1329928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0, 65, str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AB14C8A-4017-D925-202E-4F8708940F7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688" y="2380854"/>
            <a:ext cx="8186056" cy="68992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Content1, 1, 400, </a:t>
            </a:r>
            <a:r>
              <a:rPr lang="en-US" dirty="0" err="1"/>
              <a:t>str|img</a:t>
            </a:r>
            <a:r>
              <a:rPr lang="en-US" dirty="0"/>
              <a:t> 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9B229B1A-B759-0593-120D-0CC2D0966E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405256" y="2380853"/>
            <a:ext cx="8186056" cy="68992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Content2, 2, 400, </a:t>
            </a:r>
            <a:r>
              <a:rPr lang="en-US" dirty="0" err="1"/>
              <a:t>str|img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86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>
            <a:extLst>
              <a:ext uri="{FF2B5EF4-FFF2-40B4-BE49-F238E27FC236}">
                <a16:creationId xmlns:a16="http://schemas.microsoft.com/office/drawing/2014/main" id="{C5B6D2D5-3922-30DB-65E0-4CFE691E84C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7167" y="8014630"/>
            <a:ext cx="3633717" cy="47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3">
            <a:extLst>
              <a:ext uri="{FF2B5EF4-FFF2-40B4-BE49-F238E27FC236}">
                <a16:creationId xmlns:a16="http://schemas.microsoft.com/office/drawing/2014/main" id="{B5FC9B80-6FD6-02C2-3F48-B302242AE98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84850" y="3631750"/>
            <a:ext cx="13622835" cy="16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03FF570F-45F5-B34C-46A9-05869DFCD51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t="71610"/>
          <a:stretch/>
        </p:blipFill>
        <p:spPr>
          <a:xfrm>
            <a:off x="7685375" y="-1788242"/>
            <a:ext cx="3600025" cy="40486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3">
            <a:extLst>
              <a:ext uri="{FF2B5EF4-FFF2-40B4-BE49-F238E27FC236}">
                <a16:creationId xmlns:a16="http://schemas.microsoft.com/office/drawing/2014/main" id="{D68F4795-2ACD-0F8B-8471-4E673C83C647}"/>
              </a:ext>
            </a:extLst>
          </p:cNvPr>
          <p:cNvSpPr/>
          <p:nvPr userDrawn="1"/>
        </p:nvSpPr>
        <p:spPr>
          <a:xfrm>
            <a:off x="13934969" y="-1127604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A99243E7-E423-41B4-0EDC-81320D5C5E9B}"/>
              </a:ext>
            </a:extLst>
          </p:cNvPr>
          <p:cNvSpPr/>
          <p:nvPr userDrawn="1"/>
        </p:nvSpPr>
        <p:spPr>
          <a:xfrm rot="10800000" flipH="1">
            <a:off x="-3303437" y="8014623"/>
            <a:ext cx="8439362" cy="6030308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8439361" y="0"/>
                </a:moveTo>
                <a:lnTo>
                  <a:pt x="0" y="0"/>
                </a:lnTo>
                <a:lnTo>
                  <a:pt x="0" y="6030307"/>
                </a:lnTo>
                <a:lnTo>
                  <a:pt x="8439361" y="6030307"/>
                </a:lnTo>
                <a:lnTo>
                  <a:pt x="843936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89;p13">
            <a:extLst>
              <a:ext uri="{FF2B5EF4-FFF2-40B4-BE49-F238E27FC236}">
                <a16:creationId xmlns:a16="http://schemas.microsoft.com/office/drawing/2014/main" id="{72585257-CBFD-B358-97CA-F03FAE5190BD}"/>
              </a:ext>
            </a:extLst>
          </p:cNvPr>
          <p:cNvSpPr/>
          <p:nvPr userDrawn="1"/>
        </p:nvSpPr>
        <p:spPr>
          <a:xfrm>
            <a:off x="14028376" y="7652673"/>
            <a:ext cx="8170623" cy="8096345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E4EEECFF-3052-8A66-CCAC-0E3A986C4698}"/>
              </a:ext>
            </a:extLst>
          </p:cNvPr>
          <p:cNvSpPr/>
          <p:nvPr userDrawn="1"/>
        </p:nvSpPr>
        <p:spPr>
          <a:xfrm>
            <a:off x="-3625249" y="-5976294"/>
            <a:ext cx="8170623" cy="8096345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287CB7-822D-0F62-7C7E-558C9FE5C4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0717" y="2106501"/>
            <a:ext cx="11772900" cy="5546171"/>
          </a:xfrm>
          <a:prstGeom prst="rect">
            <a:avLst/>
          </a:prstGeom>
        </p:spPr>
        <p:txBody>
          <a:bodyPr anchor="ctr"/>
          <a:lstStyle>
            <a:lvl1pPr>
              <a:defRPr lang="en-US" sz="10618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module, 0, 45, str</a:t>
            </a:r>
          </a:p>
        </p:txBody>
      </p:sp>
    </p:spTree>
    <p:extLst>
      <p:ext uri="{BB962C8B-B14F-4D97-AF65-F5344CB8AC3E}">
        <p14:creationId xmlns:p14="http://schemas.microsoft.com/office/powerpoint/2010/main" val="381575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71;p30">
            <a:extLst>
              <a:ext uri="{FF2B5EF4-FFF2-40B4-BE49-F238E27FC236}">
                <a16:creationId xmlns:a16="http://schemas.microsoft.com/office/drawing/2014/main" id="{3062943B-36F0-7461-B2DA-3C75ABDF0EA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87675" y="0"/>
            <a:ext cx="42037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72;p30">
            <a:extLst>
              <a:ext uri="{FF2B5EF4-FFF2-40B4-BE49-F238E27FC236}">
                <a16:creationId xmlns:a16="http://schemas.microsoft.com/office/drawing/2014/main" id="{5891C7C8-0B00-10DB-FEFC-B4DB9CDA5C5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75" y="0"/>
            <a:ext cx="42037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73;p30">
            <a:extLst>
              <a:ext uri="{FF2B5EF4-FFF2-40B4-BE49-F238E27FC236}">
                <a16:creationId xmlns:a16="http://schemas.microsoft.com/office/drawing/2014/main" id="{73E78952-FAEA-136D-A21D-C8E8B2DBE9D1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47000"/>
          </a:blip>
          <a:srcRect t="13163" b="17411"/>
          <a:stretch/>
        </p:blipFill>
        <p:spPr>
          <a:xfrm>
            <a:off x="4196889" y="0"/>
            <a:ext cx="989078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EC0A13B-D245-2F4A-15C9-0B9A2B73DF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6886" y="1761614"/>
            <a:ext cx="9890787" cy="4842385"/>
          </a:xfrm>
          <a:prstGeom prst="rect">
            <a:avLst/>
          </a:prstGeom>
        </p:spPr>
        <p:txBody>
          <a:bodyPr anchor="ctr"/>
          <a:lstStyle>
            <a:lvl1pPr algn="ctr">
              <a:defRPr lang="en-US" sz="96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outro, 0, 55, str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E7AF1-219B-567B-B949-4D74ED58741B}"/>
              </a:ext>
            </a:extLst>
          </p:cNvPr>
          <p:cNvSpPr txBox="1"/>
          <p:nvPr userDrawn="1"/>
        </p:nvSpPr>
        <p:spPr>
          <a:xfrm>
            <a:off x="4219368" y="9979223"/>
            <a:ext cx="3283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by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Carnival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22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2B1E3F2-8F02-7C4C-F8C4-5AF900DA7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1637" y="457200"/>
            <a:ext cx="14716125" cy="1830283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8F40B789-373C-1042-181A-A655E16206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2703489"/>
            <a:ext cx="16014699" cy="7126311"/>
          </a:xfrm>
          <a:prstGeom prst="rect">
            <a:avLst/>
          </a:prstGeom>
        </p:spPr>
        <p:txBody>
          <a:bodyPr/>
          <a:lstStyle>
            <a:lvl1pPr algn="l">
              <a:defRPr lang="en-US" sz="2400" b="1" i="0" u="none" strike="noStrike" cap="none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Arial"/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118478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4700237" y="6803118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126501" y="-319587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281158"/>
            <a:ext cx="15429814" cy="1329928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65, str, 54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9B6E827-6A01-14E2-D9DE-39189C89E80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6098274"/>
              </p:ext>
            </p:extLst>
          </p:nvPr>
        </p:nvGraphicFramePr>
        <p:xfrm>
          <a:off x="533400" y="1790700"/>
          <a:ext cx="17754600" cy="785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9BEDD33-E3E9-8765-4B96-F81306ACAE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6346" y="2515994"/>
            <a:ext cx="5596604" cy="26275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320, str, 28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3AD4A21-4C6D-DE3A-BC97-925959FC85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80546" y="7252637"/>
            <a:ext cx="5596604" cy="26275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320, str, 28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A601934-4477-00D4-33CB-12AE4FFD9C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48396" y="7202317"/>
            <a:ext cx="5596604" cy="26275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320, str, 28</a:t>
            </a:r>
          </a:p>
        </p:txBody>
      </p:sp>
    </p:spTree>
    <p:extLst>
      <p:ext uri="{BB962C8B-B14F-4D97-AF65-F5344CB8AC3E}">
        <p14:creationId xmlns:p14="http://schemas.microsoft.com/office/powerpoint/2010/main" val="1502234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4700237" y="6803118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126501" y="-319587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324700"/>
            <a:ext cx="15429814" cy="1329928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65, str, 54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99164D8-C57C-5294-2357-98E90544BFA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58067842"/>
              </p:ext>
            </p:extLst>
          </p:nvPr>
        </p:nvGraphicFramePr>
        <p:xfrm>
          <a:off x="2777486" y="2672443"/>
          <a:ext cx="12733028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2840954-571E-EF99-E795-61C58B093B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53684" y="2907516"/>
            <a:ext cx="5172715" cy="15090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spc="0">
                <a:solidFill>
                  <a:schemeClr val="bg1"/>
                </a:solidFill>
                <a:latin typeface="Paytone One" panose="020B060402020202020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Subtitle1, 80, str, 26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DECC401-1329-45D3-706E-76FD216B8C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8713" y="4923401"/>
            <a:ext cx="5290828" cy="158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Content1_1, 250, str, 20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337377-B8B6-0F55-AAA9-A8DB7C47B4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6826" y="6964126"/>
            <a:ext cx="5172715" cy="15376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Content1_2, 250, str, 20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4154B78-6CD3-B754-7779-14FADD12FC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05904" y="2917040"/>
            <a:ext cx="5273696" cy="15090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spc="0">
                <a:solidFill>
                  <a:schemeClr val="bg1"/>
                </a:solidFill>
                <a:latin typeface="Paytone One" panose="020B060402020202020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Subtitle2, 80, str, 26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618A8E9-DBED-5A27-AC11-A4016F27C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88926" y="4892233"/>
            <a:ext cx="5273695" cy="16136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Content2_1, 250, str, 20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717341C-4D28-C368-FB0F-CAFCAB82F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88925" y="6963210"/>
            <a:ext cx="5172715" cy="15376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Content2_2, 250, str, 20</a:t>
            </a:r>
          </a:p>
        </p:txBody>
      </p:sp>
    </p:spTree>
    <p:extLst>
      <p:ext uri="{BB962C8B-B14F-4D97-AF65-F5344CB8AC3E}">
        <p14:creationId xmlns:p14="http://schemas.microsoft.com/office/powerpoint/2010/main" val="589999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4700237" y="6803118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126501" y="-319587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324700"/>
            <a:ext cx="15429814" cy="1329928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65, str, 54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9E4C063-E007-1122-1DC2-EA7B726C4AF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41449121"/>
              </p:ext>
            </p:extLst>
          </p:nvPr>
        </p:nvGraphicFramePr>
        <p:xfrm>
          <a:off x="512911" y="3145253"/>
          <a:ext cx="16271577" cy="621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C3C28B5-3845-EA13-7C9E-D97AF3CAB1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29188" y="4148973"/>
            <a:ext cx="10515600" cy="12060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15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4C9625-3518-9DBE-7E06-53A7C2E65F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29188" y="5831722"/>
            <a:ext cx="10515600" cy="1206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350, str, 15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2080D3-F6EF-C83F-6810-99692CD70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9188" y="7450560"/>
            <a:ext cx="10515600" cy="12060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350, str, 15</a:t>
            </a:r>
          </a:p>
        </p:txBody>
      </p:sp>
    </p:spTree>
    <p:extLst>
      <p:ext uri="{BB962C8B-B14F-4D97-AF65-F5344CB8AC3E}">
        <p14:creationId xmlns:p14="http://schemas.microsoft.com/office/powerpoint/2010/main" val="2960950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4700237" y="6803118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126501" y="-319587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B0C253C-1BCE-D2BF-8A09-162EE4A962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324700"/>
            <a:ext cx="15429814" cy="1329928"/>
          </a:xfrm>
          <a:prstGeom prst="rect">
            <a:avLst/>
          </a:prstGeom>
        </p:spPr>
        <p:txBody>
          <a:bodyPr/>
          <a:lstStyle>
            <a:lvl1pPr algn="ctr"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65, str, 54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74CDD4-CFD7-6A5A-9D43-C2B46A817E76}"/>
              </a:ext>
            </a:extLst>
          </p:cNvPr>
          <p:cNvGrpSpPr/>
          <p:nvPr userDrawn="1"/>
        </p:nvGrpSpPr>
        <p:grpSpPr>
          <a:xfrm>
            <a:off x="1424720" y="3193400"/>
            <a:ext cx="944028" cy="1015663"/>
            <a:chOff x="539711" y="2136803"/>
            <a:chExt cx="1371600" cy="146809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1AFDA68-D307-F898-B485-49770A2D1BDA}"/>
                </a:ext>
              </a:extLst>
            </p:cNvPr>
            <p:cNvSpPr/>
            <p:nvPr userDrawn="1"/>
          </p:nvSpPr>
          <p:spPr>
            <a:xfrm>
              <a:off x="539711" y="2208361"/>
              <a:ext cx="1371600" cy="1371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BE06D7-9A15-056B-9189-6289FC096652}"/>
                </a:ext>
              </a:extLst>
            </p:cNvPr>
            <p:cNvSpPr txBox="1"/>
            <p:nvPr userDrawn="1"/>
          </p:nvSpPr>
          <p:spPr>
            <a:xfrm>
              <a:off x="845535" y="2136803"/>
              <a:ext cx="853456" cy="14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C57F18C-385F-DE7E-80F9-63A72DCB9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48390" y="2829346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300, str, 24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516225-89D4-37B9-2D9A-559C6FBC6079}"/>
              </a:ext>
            </a:extLst>
          </p:cNvPr>
          <p:cNvGrpSpPr/>
          <p:nvPr userDrawn="1"/>
        </p:nvGrpSpPr>
        <p:grpSpPr>
          <a:xfrm>
            <a:off x="1382983" y="5194668"/>
            <a:ext cx="944028" cy="1015663"/>
            <a:chOff x="539711" y="2136803"/>
            <a:chExt cx="1371600" cy="14680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D54124-71FA-78EE-8230-950E17B1818A}"/>
                </a:ext>
              </a:extLst>
            </p:cNvPr>
            <p:cNvSpPr/>
            <p:nvPr userDrawn="1"/>
          </p:nvSpPr>
          <p:spPr>
            <a:xfrm>
              <a:off x="539711" y="2208361"/>
              <a:ext cx="1371600" cy="1371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303774-10B8-AA0E-C315-E8A15955EF77}"/>
                </a:ext>
              </a:extLst>
            </p:cNvPr>
            <p:cNvSpPr txBox="1"/>
            <p:nvPr userDrawn="1"/>
          </p:nvSpPr>
          <p:spPr>
            <a:xfrm>
              <a:off x="845535" y="2136803"/>
              <a:ext cx="853456" cy="14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C656AF-10FA-DFC6-286F-9DAF9848A917}"/>
              </a:ext>
            </a:extLst>
          </p:cNvPr>
          <p:cNvGrpSpPr/>
          <p:nvPr userDrawn="1"/>
        </p:nvGrpSpPr>
        <p:grpSpPr>
          <a:xfrm>
            <a:off x="1382983" y="7262692"/>
            <a:ext cx="944028" cy="1015663"/>
            <a:chOff x="539711" y="2136803"/>
            <a:chExt cx="1371600" cy="146809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2FD2B4-66AF-AB63-EC2E-DF8685EEDF3F}"/>
                </a:ext>
              </a:extLst>
            </p:cNvPr>
            <p:cNvSpPr/>
            <p:nvPr userDrawn="1"/>
          </p:nvSpPr>
          <p:spPr>
            <a:xfrm>
              <a:off x="539711" y="2208361"/>
              <a:ext cx="1371600" cy="1371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4CFB16-F767-0D29-7DF8-7D8A51E494D6}"/>
                </a:ext>
              </a:extLst>
            </p:cNvPr>
            <p:cNvSpPr txBox="1"/>
            <p:nvPr userDrawn="1"/>
          </p:nvSpPr>
          <p:spPr>
            <a:xfrm>
              <a:off x="845535" y="2136803"/>
              <a:ext cx="853456" cy="14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68E458A-A6B4-AB44-7636-6DE33A98A3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48389" y="4830614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300, str, 24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496CCE3-436A-FB1E-FA29-BD331EFEB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8389" y="6898638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300, str, 24</a:t>
            </a:r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906F6D1B-9770-6B5B-6056-8BBF61B7A3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48171" y="2829346"/>
            <a:ext cx="4968658" cy="581306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Image, 0, </a:t>
            </a:r>
            <a:r>
              <a:rPr lang="en-US" dirty="0" err="1"/>
              <a:t>img</a:t>
            </a:r>
            <a:r>
              <a:rPr lang="en-US" dirty="0"/>
              <a:t>, 16</a:t>
            </a:r>
          </a:p>
        </p:txBody>
      </p:sp>
    </p:spTree>
    <p:extLst>
      <p:ext uri="{BB962C8B-B14F-4D97-AF65-F5344CB8AC3E}">
        <p14:creationId xmlns:p14="http://schemas.microsoft.com/office/powerpoint/2010/main" val="2359350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3;p29">
            <a:extLst>
              <a:ext uri="{FF2B5EF4-FFF2-40B4-BE49-F238E27FC236}">
                <a16:creationId xmlns:a16="http://schemas.microsoft.com/office/drawing/2014/main" id="{A3E6793B-0D1B-2303-9CE3-315313FB0589}"/>
              </a:ext>
            </a:extLst>
          </p:cNvPr>
          <p:cNvSpPr/>
          <p:nvPr userDrawn="1"/>
        </p:nvSpPr>
        <p:spPr>
          <a:xfrm>
            <a:off x="-3697346" y="-4995591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364;p29">
            <a:extLst>
              <a:ext uri="{FF2B5EF4-FFF2-40B4-BE49-F238E27FC236}">
                <a16:creationId xmlns:a16="http://schemas.microsoft.com/office/drawing/2014/main" id="{25D8DD8A-E908-0059-4223-612C303EB1CD}"/>
              </a:ext>
            </a:extLst>
          </p:cNvPr>
          <p:cNvSpPr/>
          <p:nvPr userDrawn="1"/>
        </p:nvSpPr>
        <p:spPr>
          <a:xfrm>
            <a:off x="16657443" y="7688435"/>
            <a:ext cx="6637894" cy="7229390"/>
          </a:xfrm>
          <a:custGeom>
            <a:avLst/>
            <a:gdLst/>
            <a:ahLst/>
            <a:cxnLst/>
            <a:rect l="l" t="t" r="r" b="b"/>
            <a:pathLst>
              <a:path w="6637894" h="7229390" extrusionOk="0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5082CAB-8A73-8484-9B94-D6ACC06FD6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6394" y="5587191"/>
            <a:ext cx="6358866" cy="38393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lang="en-US" sz="5400" b="0" i="0" u="none" strike="noStrike" cap="none" dirty="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Arial"/>
              </a:defRPr>
            </a:lvl1pPr>
          </a:lstStyle>
          <a:p>
            <a:pPr lvl="0"/>
            <a:r>
              <a:rPr lang="en-US" dirty="0"/>
              <a:t>Title, 75, str, 36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19E0-79CC-4406-09AC-23E61C09E5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429" y="5258953"/>
            <a:ext cx="9412859" cy="44958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200" b="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content, 400, str, 32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7A3421-C1E1-FC3F-7F84-205B097DE2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4388" y="892695"/>
            <a:ext cx="17221197" cy="39090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Image, 0, str, 16</a:t>
            </a:r>
          </a:p>
        </p:txBody>
      </p:sp>
    </p:spTree>
    <p:extLst>
      <p:ext uri="{BB962C8B-B14F-4D97-AF65-F5344CB8AC3E}">
        <p14:creationId xmlns:p14="http://schemas.microsoft.com/office/powerpoint/2010/main" val="35577108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8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  <p:sldLayoutId id="2147483661" r:id="rId12"/>
    <p:sldLayoutId id="2147483664" r:id="rId13"/>
    <p:sldLayoutId id="2147483665" r:id="rId14"/>
    <p:sldLayoutId id="2147483667" r:id="rId15"/>
    <p:sldLayoutId id="2147483668" r:id="rId16"/>
    <p:sldLayoutId id="2147483669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7.jpg"/><Relationship Id="rId3" Type="http://schemas.openxmlformats.org/officeDocument/2006/relationships/hyperlink" Target="https://unsplash.com/@paymo?utm_source=ai_slide_maker&amp;utm_medium=referral" TargetMode="External"/><Relationship Id="rId4" Type="http://schemas.openxmlformats.org/officeDocument/2006/relationships/hyperlink" Target="https://unsplash.com/photos/a-man-sitting-at-a-desk-using-a-laptop-computer-h0BuherGrfc?utm_source=ai_slide_maker&amp;utm_medium=referr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8.jpg"/><Relationship Id="rId3" Type="http://schemas.openxmlformats.org/officeDocument/2006/relationships/hyperlink" Target="https://unsplash.com/@dreamcatchlight?utm_source=ai_slide_maker&amp;utm_medium=referral" TargetMode="External"/><Relationship Id="rId4" Type="http://schemas.openxmlformats.org/officeDocument/2006/relationships/hyperlink" Target="https://unsplash.com/photos/a-group-of-people-standing-around-a-table-with-laptops-nX186OCp2GI?utm_source=ai_slide_maker&amp;utm_medium=referr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8.jpg"/><Relationship Id="rId3" Type="http://schemas.openxmlformats.org/officeDocument/2006/relationships/hyperlink" Target="https://unsplash.com/@dreamcatchlight?utm_source=ai_slide_maker&amp;utm_medium=referral" TargetMode="External"/><Relationship Id="rId4" Type="http://schemas.openxmlformats.org/officeDocument/2006/relationships/hyperlink" Target="https://unsplash.com/photos/a-group-of-people-standing-around-a-table-with-laptops-nX186OCp2GI?utm_source=ai_slide_maker&amp;utm_medium=referr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jpg"/><Relationship Id="rId3" Type="http://schemas.openxmlformats.org/officeDocument/2006/relationships/hyperlink" Target="https://unsplash.com/@gettyimages?utm_source=ai_slide_maker&amp;utm_medium=referral" TargetMode="External"/><Relationship Id="rId4" Type="http://schemas.openxmlformats.org/officeDocument/2006/relationships/hyperlink" Target="https://unsplash.com/photos/smart-businessman-working-with-computer-in-his-office-room-vfrwHJj1nCs?utm_source=ai_slide_maker&amp;utm_medium=referra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jpg"/><Relationship Id="rId3" Type="http://schemas.openxmlformats.org/officeDocument/2006/relationships/hyperlink" Target="https://unsplash.com/@gettyimages?utm_source=ai_slide_maker&amp;utm_medium=referral" TargetMode="External"/><Relationship Id="rId4" Type="http://schemas.openxmlformats.org/officeDocument/2006/relationships/hyperlink" Target="https://unsplash.com/photos/smart-businessman-working-with-computer-in-his-office-room-vfrwHJj1nCs?utm_source=ai_slide_maker&amp;utm_medium=referra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jpg"/><Relationship Id="rId3" Type="http://schemas.openxmlformats.org/officeDocument/2006/relationships/hyperlink" Target="https://unsplash.com/@gettyimages?utm_source=ai_slide_maker&amp;utm_medium=referral" TargetMode="External"/><Relationship Id="rId4" Type="http://schemas.openxmlformats.org/officeDocument/2006/relationships/hyperlink" Target="https://unsplash.com/photos/smart-businessman-working-with-computer-in-his-office-room-vfrwHJj1nCs?utm_source=ai_slide_maker&amp;utm_medium=referra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7920"/>
              <a:t>Mashinali oʻqitish algoritmlarida differensial hisob tatbiqlari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Shamsiddinov Ravshan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Differensial hisob algoritmlarining asosiy tushunchalari va ishlash prinsiplari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Practikalarda differensial hisob metodlarining qoʻllanilishi va misollar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Algoritmlarda differensial hisobning muhimligi va zamonaviy yondashuvlar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590"/>
              <a:t>Differensial Hisob Algoritmlarining Asosiy Tushunchalari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280"/>
              <a:t>Differensial Hisobning asosiy prinsiplari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220"/>
              <a:t>Differensial hisob funksiyalar o'zgarishini tahlil qiladi, asosiy tushunchalari: limitlar, derivativlar va integral.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2700"/>
              <a:t>Matematik asoslar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2090"/>
              <a:t>Limitlar, derivativlar, va diferenciallar matematik asoslarni tashkil etadi, ular analitik geometriya va differensial tenglamalarda qo'llaniladi.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650"/>
              <a:t>Amaliy qo'llanilishi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2160"/>
              <a:t>Injenyeriya, fizika va iqtisodda qo'llaniladi; kuchlarni hisoblash, narx o'zgarishini tahlil qilish va tizim barqarorligi uchun.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rPr sz="2590"/>
              <a:t>Keng tarqalgan misollar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2300"/>
              <a:t>Tezlik, iqtisodiy o'sish modellari va biologik jarayonlarni modellashtirishda misollar keltiriladi.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440"/>
              <a:t>Differensial Hisobning Ishlash Prinsiplari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460"/>
              <a:t>Differensial hisob algoritmlarining asosiy tamoyillari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340"/>
              <a:t>Differensial algoritmlari funksiyalarni va differensial tenglamalarni yechishda asosiy prinsip bo'lib, ularning o'zgarishlar va chiziqli bo'lmagan muammolarni hal qilishda qo'llaniladi.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2570"/>
              <a:t>Ma'lumotlarni qayta ishlashda qo'llanilishi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2320"/>
              <a:t>Differensial hisob algoritmlari ma'lumotlarni tahlil qilish, robototexnika, sun'iy intellekt, iqtisodiyot va ekologiyada qo'llaniladi, bu sohalarda murakkab muammolarni hal qilishda yordam beradi.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590"/>
              <a:t>Natijalarni taqdim etish va tahlil qilish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2370"/>
              <a:t>Natijalar grafiklar, jadval va ehtimollik taqsimotlari yordamida vizuallashtiriladi, bu esa qaror qabul qilish jarayonini soddalashtiradi va tahlil qilish imkonini beradi.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80"/>
              <a:t>Algoritmlarda Differensial Hisobning O'rni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60"/>
              <a:t>Differensial Hisob va uning algoritmlardagi roli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020"/>
              <a:t>Differensial hisob algoritmlarda muhim optimalizatsiya va modelni tahlil qilish uchun qo'llaniladi. Bu metod yordamida funksiyalarni lokal o'zgarishlar bilan o'rganamiz va yaxshilash uchun imkoniyatlar yaratamiz.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/>
              <a:t>Algoritmlarda differensial hisob yordamida parametrlarni sozlash, moslikni oshirish va hisoblash jarayonlarini tezlashtirish mumkin. Bu, ayniqsa, mashinalarni o'qitish va optimizatsiya algoritmlarida keng qo'llaniladi.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2730"/>
              <a:t>Differensial hisob va boshqa matematik metodlar bilan taqqoslash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2100"/>
              <a:t>Differensial hisob, gradientlar va turg'unliklarni aniqlashda aniqroq bo'lib, statistik va ehtimollik metodlariga qaraganda, lokal o'zgarishlarni tahlil qilishda ustunlik qiladi.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40"/>
              <a:t>Boshqa metodlar bilan solishtirganda, differensial hisobning asosiy afzalligi - aniqlik va hisoblash tezligi, bu esa algoritmlarning samaradorligini oshiradi.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60"/>
              <a:t>Differensial Hisobning Amaliy Qo'llanilishi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 sz="3890"/>
              <a:t>Differensial hisob algoritmlari turli sohalarda keng qo'llaniladi. Masalan, muhandislikda avtomobil dizayni va optimallashtirishda, fizikada yadro energiyasi va termodinamik jarayonlarni modellashda foydalaniladi. Bu orqali jarayonlarni yanada samarali boshqarish mumkin.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 sz="3870"/>
              <a:t>Bundan tashqari, iqtisodiyotda prognoz qilish uchun, biologiyada genetik tahlil va tibbiyotda davolash usullarini rivojlantirishda, meteorologiyada ob-havo prognozlarida ham differensial hisobdan foydalaniladi. Bu amaliyotlar real vaqt rejimida qaror qabul qilish imkonini beradi.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680"/>
              <a:t>Kelajakda Differensial Hisob Algoritmlari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80"/>
              <a:t>Yangi texnologiyalar, ayniqsa sun'iy intellekt va mashina o'qitishda, differensial hisob algoritmlarining rivojlanishini tezlashtirmoqda. Bu yordamida hisoblash tezligi va aniqligi oshiriladi.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080"/>
              <a:t>Kelajakda differensial hisob algoritmlari mashina o'qitish va optimallashtirishda muhim rol o'ynashi kutilmoqda. Murakkab tizimlar uchun adaptiv va ko'p bosqichli algoritmlar rivojlantirilmoqda.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120"/>
              <a:t>Kvant hisoblash va bulutli texnologiyalar differensial hisob algoritmlarining samaradorligini oshiradi. Bu yutuqlar ilm-fan va sanoat sohalarida yangi imkoniyatlar yaratadi.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6500"/>
              <a:t>Differensial Hisob Metodlari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780"/>
              <a:t>Differensial hisob metodlari: analitik, raqamli va grafik. Analitik metodlar an'anaviy yechimlar uchun; raqamli metodlar murakkab tenglamalarni son bilan yechish uchun; grafik metodlar diagramma yordamida tushunish uchun. Har biri amaliy qoʻllaniladi.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6400"/>
              <a:t>Amaliy Misollar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10"/>
              <a:t>Birlamchi differensial hisob metodlaridan biri bo'lib, u o'zgaruvchilarni ajratish usuliga asoslangan. Masalan, y' = f(x)g(y) formulasi berilgan bo'lsa, uni y = h(x) shaklida yechish mumkin.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000"/>
              <a:t>Ushbu usulda, y' ni f(x) va g(y) ga ajratamiz. Masalan, y' = xy bo'lsa, uni dy/dx = xy tarzida yozamiz va so'ng dy/y = x dx shaklida ajratamiz. Har ikki tomonini integrallashtirib, yechim topamiz.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39"/>
              <a:t>Bu metod fizik va muhandislikda juda keng qo'llaniladi, ayniqsa harakat va o'zgarishlarni modellashtirishda, differensial tenglamalarni yechishda muhim ahamiyatga 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6400"/>
              <a:t>Amaliy Misollar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 sz="3440"/>
              <a:t>Ikkinchi darajali differensial tenglamalar masalaning asosiy yechimi ikkinchi darajali tenglama bo'lib, ularning yechimi odatda harfli formulalar yoki grafik usullar bilan topiladi. Masalan, y'' + y = 0 tenglamasi, ularni ajratish usuli yordamida hal qilinadi. Bu tenglama fizikada mass-spring tizimlari, issiqlik o'tkazish va osilatorda ishlatiladi. Differensial operatorlar va ularning xususiyatlari ham muhim, chunki ular tenglamalarni soddalashtirishda yordam beradi. Bu metodlarni amaliy mashqlarda qo'llash, muammolarni hal qilishda keng qo'llaniladi.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6400"/>
              <a:t>Amaliy Misollar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450"/>
              <a:t>Differensial hisobning amaliy qo'llanilishi fizikada keng tarqalgan. Masalan, harakat qonunlarini ifodalashda differensial tenglamalar ishlatiladi. Bu tenglamalar orqali jismning holati va tezligini vaqt bo'yicha aniqlash mumkin.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410"/>
              <a:t>Fizikada differensial hisobdan foydalanish jarayonida, masalan, kuch va tezlanish o'rtasidagi bog'liqlikni ifodalovchi Newtonning II qonuni muhim rol o'ynaydi. Bu yerda differensial tenglamalar jismning harakatini modellash uchun asosiy vositadir.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440"/>
              <a:t>Amaliy misolda, avtomobilning qattiqligini va yo'l sharoitlariga qarab, uning harakat trayektoriyasini va tezligini hisoblash uchun differensial tenglamalar yechiladi. Bu usul transport va aerokosmik muhandislikda keng qo'llaniladi.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4770"/>
              <a:t>Amaliy Misollar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3329"/>
              <a:t>Differensial hisob metodlarining iqtisodiyotdagi qo‘llanilishi keng. U iqtisodiy o‘sish va ishlab chiqarish jarayonlarini modellashda, narx elastikligini aniqlashda, iqtisodiy strategiyalar ishlab chiqishda va iqtisodiy dinamikalarni tahlil qilishda ishlatiladi. Bu usullar iqtisodiy rivojlanishni prognoz qilishda muhim rol o‘ynaydi.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42485" b="42485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774388" y="4573155"/>
            <a:ext cx="17221197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Paymo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790"/>
              <a:t>Algoritmlarda Differensial Hisobning Ahamiyati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650"/>
              <a:t>Zamonaviy ilm-fan va texnologiyalarda differensial hisob algoritmlari muhim ahamiyat kasb etadi. Ular muhandislik, fizika, iqtisodiyot va kompyuter sohalarida keng qo‘llaniladi.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630"/>
              <a:t>Bu algoritmlar murakkab tizimlarning dinamikasini tushunish va prognoz qilish imkonini beradi. Bu esa ilmiy-tadqiqot va amaliy loyihalarda innovatsiyalarni rivojlantirishga yordam beradi.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610"/>
              <a:t>Differensial hisob yordamida yangi texnologiyalar ishlab chiqiladi, avtomatlashtirilgan tizimlar va sun’iy intellektni boshqarish ta’minlanadi. Bu muammolarni samarali hal qilish uchun asosdir.</a:t>
            </a:r>
          </a:p>
        </p:txBody>
      </p:sp>
      <p:pic>
        <p:nvPicPr>
          <p:cNvPr id="6" name="Picture Placeholder 5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1312" b="11312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1748171" y="8413806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Diana Light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80"/>
              <a:t>Zamonaviy Yondashuvlar va Ularning Tahlili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510"/>
              <a:t>Zamonaviy differensial hisob yondashuvlari analitik, numerik va ehtimollik asosidagi usullarni o'z ichiga oladi. Har bir yondashuvning o'z afzalliklari va kamchiliklari bor, masalan, ehtimollik yondashuvi probabilistik muammolar uchun mos keladi.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610"/>
              <a:t>Afzalliklari: yuqori aniqlik, tezlik, moslashuvchanlik. Kamchiliklari: hisoblash xarajatlari, aniq yechim topishda qiyinchilik. Masalan, ehtimollik yondashuvi probabilistik tizimlarda qo'llaniladi.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660"/>
              <a:t>Bu yondashuvlar kosmik muhandislik, iqtisodiyot kabi sohalarda real muammolarni hal qilishda qo'llaniladi. Ular differensial hisobda zamonaviy metodlarni tashkil etadi.</a:t>
            </a:r>
          </a:p>
        </p:txBody>
      </p:sp>
      <p:pic>
        <p:nvPicPr>
          <p:cNvPr id="6" name="Picture Placeholder 5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1312" b="11312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1748171" y="8413806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Diana Light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80"/>
              <a:t>Algoritmlarda Differensial Hisobning O'rni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690"/>
              <a:t>Differensial hisob algoritmlarda muhim rol o'ynaydi, chunki u nozik o'zgarishlarni aniqlash va tizimlarni optimallashtirish uchun asosiy matematik vositadir.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680"/>
              <a:t>U boshqa matematik usullar bilan integratsiya qilinib, kompleks muammolarni hal qilishda qo'llaniladi, masalan, modellash, simulyatsiya va nazorat tizimlarida.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710"/>
              <a:t>Amaliy misollar sifatida aerodinamikada uchish yo‘llarining optimallashtirilishi yoki termodinamikaviy jarayonlarning tahlili kiritilishi mumkin.</a:t>
            </a:r>
          </a:p>
        </p:txBody>
      </p:sp>
      <p:pic>
        <p:nvPicPr>
          <p:cNvPr id="6" name="Picture Placeholder 5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1002" b="11002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1748171" y="8413806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Getty Images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40"/>
              <a:t>Innovatsion Yondashuvlar va Ularning Ta'siri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540"/>
              <a:t>Innovatsion yondashuvlar yordamida differensial hisob algoritmlarining rivojlanishi yangi texnologiyalar va metodologiyalar asosida amalga oshirilmoqda. Bu yondashuvlar orqali hisoblash jarayonlari yanada samarali va aniq bo'lmoqda.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480"/>
              <a:t>Yangi texnologiyalar, masalan, sun'iy intellekt, mashina o'qitish va katta ma'lumotlar bilan ishlash usullari, differensial hisob algoritmlarida qo'llanilmoqda. Bu esa, ularni murakkab tizimlarni modellash va optimallashtirishda kengroq qo'llash imkonini beradi.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550"/>
              <a:t>Kelajakda innovatsion yondashuvlar orqali differensial hisob algoritmlari yanada rivojlanadi, yangi metodlar va texnologiyalar bilan ta'minlanadi. Bu esa, muhandislik, fan va texnologiya sohalarida katta imkoniyatlar yaratadi.</a:t>
            </a:r>
          </a:p>
        </p:txBody>
      </p:sp>
      <p:pic>
        <p:nvPicPr>
          <p:cNvPr id="6" name="Picture Placeholder 5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1002" b="11002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1748171" y="8413806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Getty Images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840"/>
              <a:t>Differensial Hisob Algoritmlarining Kelajagi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520"/>
              <a:t>Differensial hisob algoritmlarining kelajagi texnologik rivojlanishlar bilan chambarchas bog'liq. Sun'iy intellekt va mashinalarni o'qitish sohasida bu algoritmlar yanada samarali va tez ishlashga imkon beradigan metodlar bilan boyitilmoqda.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2550"/>
              <a:t>Yangi tadqiqotlar va innovatsiyalar yordamida, differensial hisob algoritmlari murakkab tizimlarni model qilishda va optimallashtirishda muhim rol o'ynaydi. Masalan, neyron tarmoqlarda gradient hisoblash takomillashtirilmoqda.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530"/>
              <a:t>O'zgarishlar bilan yangi imkoniyatlar paydo bo'lmoqda, masalan, real vaqtda katta ma'lumotlarni tahlil qilish va yuqori samarali hisoblash sohalarida qo'llanilishi kengaymoqda. Bu, kelajakda, algoritmlarning rivojlanishiga olib keladi.</a:t>
            </a:r>
          </a:p>
        </p:txBody>
      </p:sp>
      <p:pic>
        <p:nvPicPr>
          <p:cNvPr id="6" name="Picture Placeholder 5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1002" b="11002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1748171" y="8413806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tIns="0" bIns="0" lIns="0" r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Getty Images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7200"/>
              <a:t>Xulosa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780"/>
              <a:t>Differensial hisob algoritmlari prinsiplari, amaliy qo‘llanilishi va zamonaviy yondashuvlar muhim ahamiyatga ega. Kelajakda yangi texnologiyalar bilan rivojlanib, ilmiy va amaliy sohalarda muhim o‘rin tutadi, bu soha innovatsiyalar bilan to‘ldirilmoqda.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Foydalanilgan Adabiyotlar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Y. Li, A. Kumar. Mashinalı oʻqitish algoritmlarida differensial hisobning ishlash prinsiplari. Toshkent Davlat Universiteti Matematika fakulteti nashri, 2020.</a:t>
            </a:r>
          </a:p>
          <a:p>
            <a:r>
              <a:t>2. S. Ahmadov. Differensial hisob va mashinalı oʻqitish: zamonaviy yondashuvlar. Oʻzbekiston Fanlar Akademiyasi, 2021.</a:t>
            </a:r>
          </a:p>
          <a:p>
            <a:r>
              <a:t>3. M. Akbarov. Differensial hisob metodlarining amaliy qoʻllanilishi va mashinalı oʻqitishda qoʻllanilishi. Oʻzbekiston Respublikasi Kompyuter Ilmlari va Texnologiyalari jurnali, 2022.</a:t>
            </a:r>
          </a:p>
          <a:p>
            <a:r>
              <a:t>4. T. Karimova. Zamonaviy differensial hisob algoritmlari va ularning mashinalı oʻqitishdagi roli. Samarqand Davlat Universiteti matbuoti, 2019.</a:t>
            </a:r>
          </a:p>
          <a:p>
            <a:r>
              <a:t>5. A. Nursultanov. Differensial hisobga asoslangan mashinalı oʻqitish algoritmlari: nazariy va amaliy jihatlari. Oʻzbekiston Milliy Universiteti nashri, 2023.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Paytone One</vt:lpstr>
      <vt:lpstr>Lato</vt:lpstr>
      <vt:lpstr>Times New Roman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Akbarjon</dc:creator>
  <cp:lastModifiedBy>OsiyoCOmputers™</cp:lastModifiedBy>
  <cp:revision>9</cp:revision>
  <dcterms:modified xsi:type="dcterms:W3CDTF">2025-01-06T11:48:58Z</dcterms:modified>
</cp:coreProperties>
</file>