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36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BC55-5864-427B-84CF-6441AA82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745" y="1205037"/>
            <a:ext cx="7744993" cy="2541336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52BDB-18E0-4991-A6F2-7AD542015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6745" y="3949332"/>
            <a:ext cx="7744993" cy="2006735"/>
          </a:xfrm>
        </p:spPr>
        <p:txBody>
          <a:bodyPr>
            <a:normAutofit/>
          </a:bodyPr>
          <a:lstStyle>
            <a:lvl1pPr marL="0" indent="0" algn="l">
              <a:buNone/>
              <a:defRPr sz="20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ABC6-907E-47DE-8E40-61F2DD1B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B158-6097-43A1-90B6-406F9367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E077-FF20-4DD9-92B5-EE1C4D6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0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1C13-CF9D-4E82-A5B4-91008DCD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6FD2-89E8-4415-ADF7-22F4A4C2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BBFF-8889-497F-B4CA-A031E8D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8DAF-985B-4BB4-ADA9-02EA979F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0DBC-42B5-46AB-B36A-B39128E6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67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B6E7-01C8-4375-B7C7-596CD119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83229"/>
            <a:ext cx="8214179" cy="330313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1675-8F3E-47CC-9573-D853C506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295900"/>
            <a:ext cx="8214179" cy="7937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19F49-690E-49EC-BD41-75A18C9E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C9E70-1401-468E-97DE-4255CA22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E14C-9127-4582-A006-2AEA93AF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5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4DF9-FA60-4E7B-BDE8-C0F9AFE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1133-890E-4E96-AEDD-0F921E26F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6745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763B4-4987-4303-9640-54B67DD7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7174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AAD8-D444-410E-98EC-47076908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2F01E-6867-4604-8B58-F65BCC82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43D87-0EC8-43C7-9D1B-46DB5212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73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05AE-70FD-4CEE-BDFB-D5C0A3D3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5" y="960120"/>
            <a:ext cx="9196928" cy="10607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91E2-4532-4D16-827E-4DB0688F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3" y="2062842"/>
            <a:ext cx="4445899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B53BE-9EDA-4D07-A042-0D101FAB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745" y="2882837"/>
            <a:ext cx="4446642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FDFC1-7510-4F8E-A831-ABA33D977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25280" y="2062842"/>
            <a:ext cx="4467794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A42F0-9A48-4946-8BA8-394CBF01A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24868" y="2882837"/>
            <a:ext cx="4468541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FC563-D319-494F-AA63-0BDF1D25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2F4FE-433A-42F6-8A73-AD843352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75352-FC7F-4BA8-940F-2F920C28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9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FB5-4B13-4412-9F42-62450D6A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87ECA-0E5D-4DD2-B664-DF351875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2406B-A925-466A-AF79-D0A4E0EA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1B050-D381-4E1A-88DD-361F0EE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4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29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7674-EAFF-4CAE-A685-8AEA617D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94014"/>
            <a:ext cx="3932237" cy="1436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A185-E15D-46FD-A4FB-709A8B5D0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94014"/>
            <a:ext cx="6172200" cy="47670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086F7-5F48-40D6-B4E3-1347EA21B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2"/>
            <a:ext cx="3932237" cy="3250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4FC41-0A32-438D-9A47-F932AB49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F85D-CB6B-48E8-B56F-81472CE9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E120E-E239-4B93-AC67-210D23BD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09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F02C-5A08-45D4-AFE1-8EF0E6D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5120"/>
            <a:ext cx="3932237" cy="14658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F863-20E6-4CF9-A179-0A2A52E5F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CFB1A-5B7E-45DA-9713-0CD8E3121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4"/>
            <a:ext cx="3932237" cy="32509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FD67F-901E-4423-A48F-41F00ECA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04982-0749-4F34-A4DB-DDC12BD4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38447-AEAF-40D9-B3D3-94404C14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9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71ABCB-C306-49F0-8D5D-0B890583C1CE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4A67F94-2250-4B3A-8424-1BC0A0BCB3FF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B942D8-95BE-4CFD-BFCC-26209EC192CE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DF6499A-D398-4CBC-AA22-4277539430FC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91493C-6480-4A3F-8836-1727CBA3C849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46BFEE-D3D9-4B18-BA88-49F7C7D2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186" y="959587"/>
            <a:ext cx="9076329" cy="1064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A5BD3-1A63-4F94-ADFA-5CA2A414D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148186" y="2248257"/>
            <a:ext cx="9076329" cy="365015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1888E-6FA1-446E-A77C-7D26923F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313F-58CA-4397-A3B4-71B068D1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C6AB3-89E2-4B6A-A5F3-3FB781C1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6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BC2869-B8E0-44C7-801E-BA0C2C1B5E82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A7CEB8F-94FA-4A87-AA80-066173AA5C5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4F9817E-A26F-4D7B-82A1-FA647EE4C86F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734839-B51C-4112-A4D8-DDFCB7F84A6F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1DFF651-C17F-4B2C-A962-32FA4958BCFA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B263D-CDF8-431B-A5D1-968764913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31030" y="866253"/>
            <a:ext cx="2222769" cy="531071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6B9BE-E660-4F3A-ABA1-86667DC13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66253"/>
            <a:ext cx="8164286" cy="531071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2700-F509-4302-AE0E-6CC56401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BD63-5B0C-4FB3-8434-8EA1A84F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9EB-019B-4F03-8147-D6CBA6B1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78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206359A-F1E3-49EE-BBC2-40888C4A3628}"/>
              </a:ext>
            </a:extLst>
          </p:cNvPr>
          <p:cNvGrpSpPr/>
          <p:nvPr/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D90C42-6A0F-48E8-BF96-7D3E2A395EC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DA0863A-55F7-4EB0-9451-F3EE4D65DBDB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E7CFE2-40F6-44B2-8AAD-0C384EEFCF7E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0D6A17-AA80-4608-8660-8D1587A17704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1B74D-DF90-4993-88AE-4D05C91F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B3DE9-A495-4E75-819D-E0B2E5505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744" y="2248257"/>
            <a:ext cx="9076329" cy="365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430AC-DB07-423B-A52A-0065639AF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11008460-8B2F-4AAA-A4E2-10730069204C}" type="datetimeFigureOut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AFC9-FA18-4C55-8C92-B17603CAE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6745" y="501128"/>
            <a:ext cx="33113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A493-61FB-4764-90B6-8CC218A7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83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33" r:id="rId2"/>
    <p:sldLayoutId id="2147484334" r:id="rId3"/>
    <p:sldLayoutId id="2147484335" r:id="rId4"/>
    <p:sldLayoutId id="2147484325" r:id="rId5"/>
    <p:sldLayoutId id="2147484330" r:id="rId6"/>
    <p:sldLayoutId id="2147484326" r:id="rId7"/>
    <p:sldLayoutId id="2147484327" r:id="rId8"/>
    <p:sldLayoutId id="2147484328" r:id="rId9"/>
    <p:sldLayoutId id="2147484329" r:id="rId10"/>
    <p:sldLayoutId id="21474843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150000"/>
        <a:buFont typeface="Goudy Old Style" panose="02020502050305020303" pitchFamily="18" charset="0"/>
        <a:buChar char="∙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600"/>
              <a:t>Algebraning ta'rifi va misollar, morfizmlar, faktor-algebra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Boboqulov Aslbek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Algebra asoslari va misollar: ta'rifi va amaliyotdagi qo'llanilishi</a:t>
            </a:r>
          </a:p>
          <a:p>
            <a:r>
              <a:rPr sz="2000"/>
              <a:t>Morfizmlar va ularning algebraik shakllardagi roli va misollari</a:t>
            </a:r>
          </a:p>
          <a:p>
            <a:r>
              <a:rPr sz="2000"/>
              <a:t>Faktor-algebra va uning algebraik tuzilishdagi o'rni hamda qo'llanmalari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Algebra tushunchasi va uning asosiy elementlari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2834640"/>
            <a:ext cx="8412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62128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8823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32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Algebra tushunchasi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32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 – matematikada muhim bo‘lib, sonlar, harakatlar va munosabatlarni ifodalovchi tuzilmalar to‘plamidir. U yordamida murakkab muammolarni hal qilish mumkin.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880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0575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84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Asosiy elementlar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84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 asosiy elementlari: sonlar, o‘zgaruvchilar, amallar va tenglamalar. Bu elementlar yordamida algebraik ifodalar va muammolar quriladi.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632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27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36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Algebra va amaliyot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36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 nafaqat nazariy bilim, balki real hayotdagi muammolarni hal qilishda ham keng qo‘llaniladi. U iqtisodiyot, texnika va shuningdek, ilmiy izlanishlar uchun muhim.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Algebraik misollar va amaliy qo'llanilish usullari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3960" y="2560320"/>
            <a:ext cx="411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4219" y="2620579"/>
            <a:ext cx="290960" cy="29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8280" y="246888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66116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Matematik masalalari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1160" y="2926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Algebraik misollar yordamida real hayotdagi muammolarni yechish mumkin, masalan, xarajatlarni hisoblash yoki muvozanatni saqlashdagi amaliy vazifalar.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67400" y="2560320"/>
            <a:ext cx="411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27659" y="2620579"/>
            <a:ext cx="290960" cy="29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1720" y="246888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460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Tajriba va qo‘llanma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926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 misollarini yechishda formulalar va strategiyalarni qo‘llash, masalan, tenglamalarni o‘rganish va ularni amaliy vazifalarda qo‘llash muhimdir.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3960" y="4297680"/>
            <a:ext cx="411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4219" y="4357939"/>
            <a:ext cx="290960" cy="29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8280" y="420624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6116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Biznes va moliya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1160" y="4663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Algebraik metodlar biznesda, banklarda va moliyaviy hisob-kitoblardagi muhim rolni o‘ynaydi, xarajat va daromad prognozlarini aniqlashda yordam beradi.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67400" y="4297680"/>
            <a:ext cx="411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7659" y="4357939"/>
            <a:ext cx="290960" cy="29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1720" y="420624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2460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Ilmiy tadqiqotlar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4663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Ilm-fan va texnologiyalarda algebraik misollar yangi kashfiyotlar va modellar yaratishda, masalan, fizik va muhandislik sohalarida qo‘llaniladi.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Algebra va real hayotdagi muammolarni hal qilishda roli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2560320"/>
            <a:ext cx="0" cy="237744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28346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6517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Qiyinchiliklarni hal qilish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 murakkab muammolarni tizimli tarzda yechishda yordam beradi. U real hayotdagi muammolarni tushunib, samarali yechimlar topishga imkon yaratadi.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7490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Ma'lumotlarni tahlil qilish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Algebraik formulalar va tenglamalar yordamida ma'lumotlarni tahlil qilish va prognoz qilish mumkin, bu esa kundalik hayotda qaror qabul qilishda muhim.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46634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88720" y="44805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Amaliy qo‘llashlar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Moliyaviy rejalashtirish, muhandislik va iqtisodiyot kabi sohalarda algebra muhim rol o‘ynaydi. Bu, muammoni aniq va samarali hal qilish uchun asosiy vositadir.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Algebra bilan bog'liq asosiy terminlar va tushunchalar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3256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951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Morfizmlar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 algebraik strukturalardagi funksiya bo‘lib, u ikkinchi algebraik obyektni birinchi obyektga bog‘lab, xususiyatlarni saqlab qoladi. Bu, strukturalar orasida muhim aloqani ta’minlaydi.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008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03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Algebraik terminlar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7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 terminlari, masalan, guruh, halqa, va maydon kabi, algebraik strukturalarni tushunishda asosiy tushunchalardir. Ular algebraik munosabatlarni anglashda yordam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60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55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62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Faktor-algebra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Faktor-algebra, algebraik strukturadagi elementlarni muayyan tenglama bo‘yicha guruhlarga ajratib, yangi algebraik obyekt yaratadi. Bu, murakkab muammolarni soddalashtirish uchun ishlatiladi.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Algebraik muammolarni hal qilish uchun misollar va yondashuvlar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4080" y="2468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Muammo turlari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4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Algebraik muammolarni hal qilish uchun turli turlardagi muammolarni tanlash muhim. Masalan, tenglamalar, inequaliyyatlar yoki modulyar muammolarni tahlil qilish kerak.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36576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4080" y="38404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Yondashuvlar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41148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Har bir muammo uchun mos yondashuvlarni tanlash zarur. Bu, algebraik formulalar, grafik yondashuvlar yoki statistik usullar yordamida muammoni hal qilish imkonini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200" y="50292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4080" y="52120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Amaliy misollar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080" y="54864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Masalan, iqtisodiyotni modellash, mexanika muammolari yoki ehtimollarni hisoblashda algebraik yondashuvlar qo'llaniladi. Bu usullar muammolarni aniq va samarali yechishga yordam beradi.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Algebra asoslarini tushunish uchun amaliy misollar va tavsiyalar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6517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Yig‘ishni tushunish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Algebra asoslarini o'rganishda amaliy misollar yordamida muhim tushunchalarni mustahkamlash mumkin. Bu yondashuv murakkablikni kamaytiradi va tushunishni rivojlantiradi.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Tajriba va mashqlar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49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Muntazam ravishda algebra masalalarini yechish va ularni tahlil qilish, nazariy bilimlarni amaliyotga tatbiq etishda yordam beradi. Bu orqali qiyinchiliklarni yengish osonlashadi.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4805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Muammo yechish strategiyalari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Muayyan masalalar uchun turli yondashuvlar va strategiyalarni qo‘llash, muammoning mohiyatini tushunishga va yechimlarni tezlashtirishga yordam beradi.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Morfizmlarning algebraik tuzilmalaridagi asosiy roli va funksiyalari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2560320"/>
            <a:ext cx="0" cy="356616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28346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6517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Morfizmlarning ta'rifi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 algebraik strukturalardagi xarakterli xarakatlar yoki funksiya bo‘lib, ular ikki struktur o‘rtasida muvofiqlikni ta'minlaydi va ularning xususiyatlarini saqlaydi.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7490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Morfizmlarning roli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Ular algebraik tuzilmalar orasida bog‘liqlik yaratadi, ularning xususiyatlarini tushunishga yordam beradi va algebraik tahlil uchun asosiy instrument hisoblanadi.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46634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88720" y="44805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Funksiyalar va aloqalar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663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 algebraik strukturadagi elementlar o‘rtasidagi muhim funksiyalar bo‘lib, ular yordamida strukturalar o‘rtasidagi o‘xshashliklar va o‘zaro ta’sirlar o‘rnatiladi.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55778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88720" y="53949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284" y="54485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Tuzilma va xususiyatlar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77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 strukturalardagi xususiyatlarni saqlab qoladi, bu esa algebraik sistemalardagi o‘zgarishlarni boshqarish va yangi yechimlar topishda muhim ahamiyatga ega.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Algebraik shakllarda morfizmlarning misollari va ularning o‘zaro ta’siri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6517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Morfizmlarning misollari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Algebraik shakllarda morfizmlar, masalan, polinomlar va matritsalar orasida o‘xshashlik va o‘zaro bog‘liqliklarni ifodalaydi. Ular strukturalar o‘rtasidagi aloqalarni o‘rganishda muhimdir.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O‘zaro ta’sirlar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49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Morfizmlar algebraik strukturalar, masalan, guruhlar va ringlar orasida o‘zaro ta’sirlarni ko‘rsatadi. Bu, ularning xususiyatlari va o‘zgarishlarini tushunishga yordam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4805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Amaliy misollar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63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Masalan, matritsalar uchun morfizm, ularning o‘zaro transformatsiyasi va algebraik xususiyatlarini saqlaydi. Bu yordamida murakkab muammolarni yechish imkoniyati yuzaga keladi.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Morfizmlar orqali algebraik strukturalarning o‘zaro bog‘liqligi va xususiyatlari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5400" y="2286000"/>
            <a:ext cx="2194560" cy="3931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2692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Morfizmlar va algebraik strukturalar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3931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/>
              <a:t>Morfizm - bu algebraik strukturalardagi elementlar orasidagi xarakatni ifodalaydi, u strukturalarning o‘zaro bog‘liqligini va xususiyatlarini o‘rganishda muhim rol o‘ynaydi.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4280" y="2286000"/>
            <a:ext cx="2194560" cy="3931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80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/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428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Strukturalarning o‘zaro bog‘liqligi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4280" y="3931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/>
              <a:t>Morfizmlar yordamida algebraik strukturalar bir-biriga qanday bog‘liqligini va ularning xususiyatlari qanday o‘zgarishini aniqlash mumkin, bu esa algebraik muammolarni soddalashtiradi.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2286000"/>
            <a:ext cx="2194560" cy="3931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468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/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16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Xususiyatlarning saqlanishi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3931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/>
              <a:t>Morfizmlar strukturalarning asosiy xususiyatlarini, masalan, operatsiyalarni va identifikatorlarni saqlab qoladi, bu esa algebraik shakllarning o‘ziga xosligini ta’minlaydi.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2040" y="2286000"/>
            <a:ext cx="2194560" cy="3931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356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/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204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Amaliy qo‘llanma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2040" y="3931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/>
              <a:t>Morfizmlar yordamida algebraik strukturalarning o‘zaro ta’siri va xususiyatlarini tahlil qilish orqali, matematik va ilmi sohalarda murakkab muammolarni hal qilishda qo‘llaniladi.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Morfizmlarning algebradagi ehtimoliy qo‘llanmalari va amaliy misollar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4080" y="2468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Morfizmlarning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4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 algebraik tuzilmalar o‘rtasidagi o‘zaro bog‘liqlikni ta'minlaydi, transformatsiyalar yordamida strukturalar o‘rtasidagi aloqalarni o‘rganamiz.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361188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4080" y="37947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Amaliy misollar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40690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Masalan, guruhlarda morfizmlar yordamida elementlar o‘rtasidagi bog‘liqliklar va algebraik jarayonlarning o‘zgarishlari ko‘rsatiladi.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200" y="493776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4080" y="51206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Ehtimoliy qo‘llanmalar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080" y="53949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 yordamida algebraik muammolarni soddalashtirish, strukturalarni tahlil qilish va algebraik transformatsiyalarni amalga oshirish mumkin.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Morfizmlar va faktor-algebra o‘rtasidagi aloqalar: nazariy va amaliy nuqtai nazar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3256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951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Morfizmlar va faktor-algebra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 algebraik strukturalar orasidagi xususiyatlarni saqlovchi o‘tkazuvchilardir, ular yordamida strukturalar o‘rtasida bog‘liqlik va o‘zaro ta’sirlar o‘rnatiladi.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008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03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Faktor-algebra va morfizmlar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7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Faktor-algebra, algebraik strukturani uning idealiga bo‘lish orqali hosil qilinadi, morfizmlar esa bu strukturalarning xususiyatlarini saqlab qoladi, o‘zaro bog‘liqlikni ta’minlaydi.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60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55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62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Amaliy qo‘llanmalar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 va faktor-algebralar yordamida algebraik muammolarni soddalashtirish, tuzilmalarni tahlil qilish va matematik modellarda keng qo‘llaniladi, bu esa nazariy va amaliy rivojlanishni ta’minlaydi.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Algebraik transformatsiyalar sifatida morfizmlar va ularning o‘zgarishlari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2560320"/>
            <a:ext cx="0" cy="356616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28346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6517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Transformatsiya jarayonlari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 algebraik tuzilmalar orasida strukturaviy o'zgarishlarni ta'minlaydi, ularning xususiyatlarini saqlab qolgan holda yangi shakllarga o'tishga imkon beradi.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7490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Morfizmlarning xossalari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Ular algebraik strukturalarning xususiyatlarini saqlab qoladi, shuningdek, kompozitsiya va identik morfizmlar orqali algebraik muhitni o‘rganish imkonini beradi.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46634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88720" y="44805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O‘zgarishlar va rivojlanishlar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663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 yordamida algebraik tuzilmalar o‘rtasida o‘zgarishlar va rivojlanish jarayonlarini tahlil qilish, yangi algebraik shakllar va xususiyatlar yaratish mumkin.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55778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88720" y="53949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284" y="54485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Ilmiy va amaliy qo‘llanmalar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77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Morfizmlarning algebraik transformatsiyalardagi roli, dasturlash, kodlash va matematika modellarida keng qo‘llaniladi, bu ularning amaliy muhimligini oshiradi.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Faktor-algebra tushunchasi va uning algebraik tuzilishga ta'siri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4080" y="2468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Faktor-algebra tushunchasi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4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Faktor-algebra, algebraik strukturadan uning idealini chiqarib, yangi algebra shakli hosil qilish jarayonidir. Bu, strukturalarni soddalashtirish va xususiyatlarni yaxshiroq tushunishga yordam beradi.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36576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4080" y="38404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Ta'sirli algebraik o'zgarishlar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41148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Faktor-algebra, algebraik tuzilmalar ichida muhim o'zgarishlar va transformatsiyalarni ta'minlaydi. Bu, algebraik muammolarni soddalashtirish va yechimlarni topishda muhim vositadir.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200" y="50292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4080" y="52120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Tuzilma va xususiyatlar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080" y="54864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strukturaning asosiy xususiyatlarini saqlab qoladi yoki o'zgartiradi, bu esa algebraik tizimlarning kengayishi va tahlilini osonlashtiradi.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Faktor-algebra va uning matematik strukturalardagi o'rni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4080" y="2468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Faktor-algebra tushunchasi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4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algebraik strukturalarda muhim rol o'ynaydi, chunki u katta algebraik tuzilmalarni kichikroq va boshqariladigan bo'laklarga bo'lish imkonini beradi. Bu, ayniqsa, muammolarni soddalashtirish va umumiy xususiyatlarni aniqlash uchun foydalidir.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361188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4080" y="37947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Matematik strukturalardagi o'rni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40690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boshqa algebra shakllari bilan bog'liq bo'lib, ularni o'rganish uchun asosi bo'lib xizmat qiladi. Bu strukturalar orasidagi o'zaro aloqalarni tushunishda va algebraik xususiyatlarni aniqlashda muhimdir.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200" y="493776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4080" y="51206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Amaliy qo'llanma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080" y="53949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yordamida algebraik tenglamalarni yechish, modulyar tizimlar va boshqa matematik muammolarni hal qilishda keng qo'llaniladi. Bu usul matematik tahlil va ilovalar uchun muhim vosita hisoblanadi.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Faktor-algebra misollari va ularning algebradagi qo'llanmalari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3256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951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Tushuncha va misollar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orqali algebraik muammolarni soddalashtirish mumkin. Masalan, polinomlar va tenglamalarda ishlatiladigan faktorizatsiya usullari keng qo‘llanadi.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008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03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Amaliy qo‘llanma usullari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7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ko‘pincha kriptografiya, signal ishlash va kompyuter fanlarida xavfsizlikni ta’minlashda qo‘llaniladi, bu esa uni amaliy ahamiyatli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60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55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62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Misollar va natijalar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Masalan, kvadrat tenglamalarni faktor-algebra yordamida yechish, ularning ildizlarini topishga va algebraik xususiyatlarini aniqlashga yordam beradi.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Faktor-algebra va modulyar tizimlar: nazariy va amaliy aspektlar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4080" y="2468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Algoritmik tuzilma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4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modulyar tizimlar algebraik strukturani soddalashtirish va muammolarni yechishda qulayliklar yaratadi. Bu usul algebra va modulyar sistemalar o‘rtasidagi bog‘liqlikni ta’minlaydi.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361188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4080" y="37947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Nazariy asoslar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40690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modulyar tizimlarning nazariy asoslari, ularning xususiyatlari va algebraik muhitda qanday ishlashini tushunishga yordam beradi. Bu, ayniqsa, algebraik transformatsiyalar uchun muhimdir.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200" y="493776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4080" y="51206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Amaliy qo‘llanmalar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080" y="53949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va modulyar tizimlar ko‘plab matematik va kompyuter fanlarida, masalan, kodlash, kriptografiya va algebraik yechimlarda qo‘llaniladi. Bu metodlar real muammolarni hal qilishda foydali.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Faktor-algebra va uning algebraik muhitdagi o'ziga xos xususiyatlari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6517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Faktor-algebra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Faktor-algebra algebraik muhitdagi asosiy xususiyatlarni o‘z ichiga oladi, masalan, aniqlik, yopilganlik va ekvivalensiya sinflarining ta’siri muhimdir.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Yopilish va yopilmaslik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Faktor-algebra elementlari muayyan tengsizliklar va operatsiya bilan yopilgan bo‘lib, bu algebraik strukturani soddalashtiradi va o‘rganishni osonlashtiradi.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4805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Xususiyatlar va muhit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Faktor-algebra muhitda xususiyatlar, masalan, kommutativlik yoki assotsiativlik, muhitga mos keladigan va uni ta’sir qiladigan shaklda bo‘ladi.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53949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284" y="54485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/>
              <a:t>Tashqi ta’sirlar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577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  - Faktor-algebra xususiyatlari uni boshqa algebra shakllari bilan solishtirishda, yangi algebraik transformatsiyalar va muhitga moslashishda muhim rol o‘ynaydi.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Faktor-algebra yordamida algebraik tenglamalarni yechish usullari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4080" y="2468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Tenglamalarni soddalashtirish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4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yordamida algebraik tenglamalarni yechishda, avvalo, tenglamalarni soddalashtirish uchun ularni faktorlarga ajratish muhim. Bu jarayon algebraik yechimlarni aniqroq qilishga yordam beradi.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36576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4080" y="38404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Modulyar yondashuv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41148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Faktor-algebra, modulyar tizimlar bilan bog‘liq bo‘lib, tenglamalarni modulyar xususiyatlar asosida tahlil qilish imkonini beradi. Bu usul murakkab muammolarni soddalashtiradi va yechimlarni aniqlashga yordam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200" y="50292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4080" y="52120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Tenglamalarni modifikatsiya qilish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080" y="54864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yordamida tenglamalarni faktorlarga bo‘lish va modulyar xususiyatlardan foydalanib, ularni yechish uchun yangi formulalar va usullar ishlab chiqiladi. Bu algebraik muammolarni samarali hal qilishni ta’minlaydi.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Faktor-algebra va uning boshqa algebra shakllari bilan taqqoslanishi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2834640"/>
            <a:ext cx="8412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62128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8823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32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Algebra va boshqa shakllar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32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algebraik strukturalarning muhim shakli bo‘lib, u asosiy algebraik shakllardan ajralib turadi va muayyan qoidalar bilan farqlanadi.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880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0575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84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Taqqoslash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84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va boshqa algebra shakllari qanday tuzilishga ega, ularning xususiyatlari va qo‘llanilish sohalarini tahlil qilish orqali aniqlanadi.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632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27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36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Amaliy qo‘llanmalari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36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Faktor-algebra va boshqa shakllarning amaliy qo‘llanmalari muayyan muammolarni hal qilishda, algebraik transformatsiyalar va strukturaviy tahlil uchun ishlatiladi.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Xulosa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4080" y="2468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Algebra asoslari va muhim elementlari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4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 murakkab muammolarni hal qilishda sonlar, o‘zgaruvchilar va amallar yordamida tizimli yondashuvlarni taqdim etadi. Bu nazariy va amaliy bilimlarni rivojlantiradi.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361188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4080" y="37947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Morfizm va faktor-algebra tushunchalari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40690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Morfizm algebraik strukturalar o‘rtasida bog‘liqlik yaratadi, faktor-algebra esa muhim o‘zgarishlar va soddalashtirishda muhim rol o‘ynaydi, murakkab muammolar yechimini soddalashtiradi.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200" y="493776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4080" y="51206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Algebraik muammolarni hal etish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080" y="53949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/>
              <a:t>Algebraik misollar va yondashuvlar yordamida real hayotdagi muammolarni aniq hal qilish mumkin. Bu metodlar fan, texnologiya va iqtisodiyot sohalarida samarali natijalarga olib keladi.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Foydalanilgan Adabiyotlar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1. Ismoilov, A. Algebra asoslari. Toshkent: Fan, 2010.</a:t>
            </a:r>
          </a:p>
          <a:p>
            <a:r>
              <a:rPr sz="1800"/>
              <a:t>2. Sultonov, M. Morfizmlar va ularning algebraik shakllardagi roli. O‘zbekiston Matematik jurnali, 2015.</a:t>
            </a:r>
          </a:p>
          <a:p>
            <a:r>
              <a:rPr sz="1800"/>
              <a:t>3. Qodirov, B. Faktor-algebra va uning algebraik tuzilishdagi o‘rni. Toshkent Davlat universiteti nashriyoti, 2018.</a:t>
            </a:r>
          </a:p>
          <a:p>
            <a:r>
              <a:rPr sz="1800"/>
              <a:t>4. Toshkent Matematik jamiyati. Algebraning asosiy tushunchalari va misollar bilan ishlash. 2020.</a:t>
            </a:r>
          </a:p>
          <a:p>
            <a:r>
              <a:rPr sz="1800"/>
              <a:t>5. Muhammadiev, D. Algebra va morfizmlar: nazariyasi va amaliy qo‘llanilishi. O‘zbekiston xalq ta’limi nashriyoti, 2019.</a:t>
            </a:r>
          </a:p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E'tiboringiz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rakesh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Goudy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rakeshVTI" id="{DCD97A9B-DAE4-42FA-B2F9-0A5C34F43D6C}" vid="{A7163F41-974B-4A88-831F-D9DFFFE40C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Goudy Old Style</vt:lpstr>
      <vt:lpstr>MarrakeshVTI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쇼흐조드</dc:creator>
  <cp:lastModifiedBy>쇼흐조드</cp:lastModifiedBy>
  <cp:revision>9</cp:revision>
  <dcterms:created xsi:type="dcterms:W3CDTF">2023-10-19T02:20:52Z</dcterms:created>
  <dcterms:modified xsi:type="dcterms:W3CDTF">2023-10-19T02:31:32Z</dcterms:modified>
</cp:coreProperties>
</file>